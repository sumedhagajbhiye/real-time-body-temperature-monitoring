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21"/>
  </p:notesMasterIdLst>
  <p:sldIdLst>
    <p:sldId id="269" r:id="rId5"/>
    <p:sldId id="270" r:id="rId6"/>
    <p:sldId id="258" r:id="rId7"/>
    <p:sldId id="259" r:id="rId8"/>
    <p:sldId id="271" r:id="rId9"/>
    <p:sldId id="260" r:id="rId10"/>
    <p:sldId id="272" r:id="rId11"/>
    <p:sldId id="263" r:id="rId12"/>
    <p:sldId id="273" r:id="rId13"/>
    <p:sldId id="274" r:id="rId14"/>
    <p:sldId id="275" r:id="rId15"/>
    <p:sldId id="278" r:id="rId16"/>
    <p:sldId id="276" r:id="rId17"/>
    <p:sldId id="265" r:id="rId18"/>
    <p:sldId id="266" r:id="rId19"/>
    <p:sldId id="267" r:id="rId20"/>
  </p:sldIdLst>
  <p:sldSz cx="12192000" cy="6858000"/>
  <p:notesSz cx="6858000" cy="9144000"/>
  <p:embeddedFontLst>
    <p:embeddedFont>
      <p:font typeface="Bodoni MT" panose="02070603080606020203" pitchFamily="18" charset="0"/>
      <p:regular r:id="rId22"/>
      <p:bold r:id="rId23"/>
      <p:italic r:id="rId24"/>
      <p:boldItalic r:id="rId25"/>
    </p:embeddedFont>
    <p:embeddedFont>
      <p:font typeface="Outfit" panose="020B0604020202020204" charset="0"/>
      <p:regular r:id="rId26"/>
      <p:bold r:id="rId27"/>
    </p:embeddedFont>
    <p:embeddedFont>
      <p:font typeface="Outfit SemiBold" panose="020B0604020202020204" charset="0"/>
      <p:regular r:id="rId28"/>
      <p:bold r:id="rId29"/>
    </p:embeddedFont>
    <p:embeddedFont>
      <p:font typeface="Urbanist" panose="020B0604020202020204" charset="0"/>
      <p:regular r:id="rId30"/>
      <p:bold r:id="rId31"/>
      <p:italic r:id="rId32"/>
      <p:boldItalic r:id="rId33"/>
    </p:embeddedFont>
    <p:embeddedFont>
      <p:font typeface="Urbanist SemiBold" panose="020B0604020202020204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BF6CD4-D596-4273-8A34-828CAB2C63E1}" v="7" dt="2026-07-22T09:56:07.988"/>
  </p1510:revLst>
</p1510:revInfo>
</file>

<file path=ppt/tableStyles.xml><?xml version="1.0" encoding="utf-8"?>
<a:tblStyleLst xmlns:a="http://schemas.openxmlformats.org/drawingml/2006/main" def="{46F6F4DF-D5F0-4238-99F4-876EDF4CF731}">
  <a:tblStyle styleId="{46F6F4DF-D5F0-4238-99F4-876EDF4CF73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0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font" Target="fonts/font20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dya Gogate" userId="e63db7ab-a87f-46c3-ad6d-7be4676d3680" providerId="ADAL" clId="{C724983B-C5F2-4567-BCBB-1D912BB1F00F}"/>
    <pc:docChg chg="undo custSel addSld delSld modSld">
      <pc:chgData name="Vidya Gogate" userId="e63db7ab-a87f-46c3-ad6d-7be4676d3680" providerId="ADAL" clId="{C724983B-C5F2-4567-BCBB-1D912BB1F00F}" dt="2026-07-22T09:58:42.735" v="708" actId="20577"/>
      <pc:docMkLst>
        <pc:docMk/>
      </pc:docMkLst>
      <pc:sldChg chg="addSp delSp modSp del mod">
        <pc:chgData name="Vidya Gogate" userId="e63db7ab-a87f-46c3-ad6d-7be4676d3680" providerId="ADAL" clId="{C724983B-C5F2-4567-BCBB-1D912BB1F00F}" dt="2026-07-22T09:33:41.458" v="202" actId="47"/>
        <pc:sldMkLst>
          <pc:docMk/>
          <pc:sldMk cId="0" sldId="257"/>
        </pc:sldMkLst>
        <pc:spChg chg="del mod">
          <ac:chgData name="Vidya Gogate" userId="e63db7ab-a87f-46c3-ad6d-7be4676d3680" providerId="ADAL" clId="{C724983B-C5F2-4567-BCBB-1D912BB1F00F}" dt="2026-07-22T09:32:28.330" v="192"/>
          <ac:spMkLst>
            <pc:docMk/>
            <pc:sldMk cId="0" sldId="257"/>
            <ac:spMk id="109" creationId="{00000000-0000-0000-0000-000000000000}"/>
          </ac:spMkLst>
        </pc:spChg>
        <pc:spChg chg="del mod">
          <ac:chgData name="Vidya Gogate" userId="e63db7ab-a87f-46c3-ad6d-7be4676d3680" providerId="ADAL" clId="{C724983B-C5F2-4567-BCBB-1D912BB1F00F}" dt="2026-07-22T09:32:28.342" v="194"/>
          <ac:spMkLst>
            <pc:docMk/>
            <pc:sldMk cId="0" sldId="257"/>
            <ac:spMk id="110" creationId="{00000000-0000-0000-0000-000000000000}"/>
          </ac:spMkLst>
        </pc:spChg>
        <pc:spChg chg="add del mod">
          <ac:chgData name="Vidya Gogate" userId="e63db7ab-a87f-46c3-ad6d-7be4676d3680" providerId="ADAL" clId="{C724983B-C5F2-4567-BCBB-1D912BB1F00F}" dt="2026-07-22T09:32:55.319" v="200" actId="47"/>
          <ac:spMkLst>
            <pc:docMk/>
            <pc:sldMk cId="0" sldId="257"/>
            <ac:spMk id="111" creationId="{00000000-0000-0000-0000-000000000000}"/>
          </ac:spMkLst>
        </pc:spChg>
        <pc:spChg chg="add del mod">
          <ac:chgData name="Vidya Gogate" userId="e63db7ab-a87f-46c3-ad6d-7be4676d3680" providerId="ADAL" clId="{C724983B-C5F2-4567-BCBB-1D912BB1F00F}" dt="2026-07-22T09:32:48.563" v="199" actId="47"/>
          <ac:spMkLst>
            <pc:docMk/>
            <pc:sldMk cId="0" sldId="257"/>
            <ac:spMk id="113" creationId="{00000000-0000-0000-0000-000000000000}"/>
          </ac:spMkLst>
        </pc:spChg>
      </pc:sldChg>
      <pc:sldChg chg="addSp delSp modSp mod">
        <pc:chgData name="Vidya Gogate" userId="e63db7ab-a87f-46c3-ad6d-7be4676d3680" providerId="ADAL" clId="{C724983B-C5F2-4567-BCBB-1D912BB1F00F}" dt="2026-07-22T09:39:59.140" v="417"/>
        <pc:sldMkLst>
          <pc:docMk/>
          <pc:sldMk cId="0" sldId="258"/>
        </pc:sldMkLst>
        <pc:spChg chg="add del mod">
          <ac:chgData name="Vidya Gogate" userId="e63db7ab-a87f-46c3-ad6d-7be4676d3680" providerId="ADAL" clId="{C724983B-C5F2-4567-BCBB-1D912BB1F00F}" dt="2026-07-22T09:37:08.898" v="289" actId="47"/>
          <ac:spMkLst>
            <pc:docMk/>
            <pc:sldMk cId="0" sldId="258"/>
            <ac:spMk id="134" creationId="{00000000-0000-0000-0000-000000000000}"/>
          </ac:spMkLst>
        </pc:spChg>
        <pc:spChg chg="del mod">
          <ac:chgData name="Vidya Gogate" userId="e63db7ab-a87f-46c3-ad6d-7be4676d3680" providerId="ADAL" clId="{C724983B-C5F2-4567-BCBB-1D912BB1F00F}" dt="2026-07-22T09:39:59.140" v="411"/>
          <ac:spMkLst>
            <pc:docMk/>
            <pc:sldMk cId="0" sldId="258"/>
            <ac:spMk id="135" creationId="{00000000-0000-0000-0000-000000000000}"/>
          </ac:spMkLst>
        </pc:spChg>
        <pc:spChg chg="del mod">
          <ac:chgData name="Vidya Gogate" userId="e63db7ab-a87f-46c3-ad6d-7be4676d3680" providerId="ADAL" clId="{C724983B-C5F2-4567-BCBB-1D912BB1F00F}" dt="2026-07-22T09:39:59.140" v="413"/>
          <ac:spMkLst>
            <pc:docMk/>
            <pc:sldMk cId="0" sldId="258"/>
            <ac:spMk id="136" creationId="{00000000-0000-0000-0000-000000000000}"/>
          </ac:spMkLst>
        </pc:spChg>
        <pc:spChg chg="del mod">
          <ac:chgData name="Vidya Gogate" userId="e63db7ab-a87f-46c3-ad6d-7be4676d3680" providerId="ADAL" clId="{C724983B-C5F2-4567-BCBB-1D912BB1F00F}" dt="2026-07-22T09:39:59.140" v="415"/>
          <ac:spMkLst>
            <pc:docMk/>
            <pc:sldMk cId="0" sldId="258"/>
            <ac:spMk id="137" creationId="{00000000-0000-0000-0000-000000000000}"/>
          </ac:spMkLst>
        </pc:spChg>
        <pc:spChg chg="del mod">
          <ac:chgData name="Vidya Gogate" userId="e63db7ab-a87f-46c3-ad6d-7be4676d3680" providerId="ADAL" clId="{C724983B-C5F2-4567-BCBB-1D912BB1F00F}" dt="2026-07-22T09:39:59.140" v="417"/>
          <ac:spMkLst>
            <pc:docMk/>
            <pc:sldMk cId="0" sldId="258"/>
            <ac:spMk id="138" creationId="{00000000-0000-0000-0000-000000000000}"/>
          </ac:spMkLst>
        </pc:spChg>
        <pc:picChg chg="add del">
          <ac:chgData name="Vidya Gogate" userId="e63db7ab-a87f-46c3-ad6d-7be4676d3680" providerId="ADAL" clId="{C724983B-C5F2-4567-BCBB-1D912BB1F00F}" dt="2026-07-22T09:37:10.970" v="290" actId="21"/>
          <ac:picMkLst>
            <pc:docMk/>
            <pc:sldMk cId="0" sldId="258"/>
            <ac:picMk id="131" creationId="{00000000-0000-0000-0000-000000000000}"/>
          </ac:picMkLst>
        </pc:picChg>
        <pc:picChg chg="del">
          <ac:chgData name="Vidya Gogate" userId="e63db7ab-a87f-46c3-ad6d-7be4676d3680" providerId="ADAL" clId="{C724983B-C5F2-4567-BCBB-1D912BB1F00F}" dt="2026-07-22T09:38:57.888" v="291" actId="478"/>
          <ac:picMkLst>
            <pc:docMk/>
            <pc:sldMk cId="0" sldId="258"/>
            <ac:picMk id="139" creationId="{00000000-0000-0000-0000-000000000000}"/>
          </ac:picMkLst>
        </pc:picChg>
      </pc:sldChg>
      <pc:sldChg chg="delSp modSp mod">
        <pc:chgData name="Vidya Gogate" userId="e63db7ab-a87f-46c3-ad6d-7be4676d3680" providerId="ADAL" clId="{C724983B-C5F2-4567-BCBB-1D912BB1F00F}" dt="2026-07-22T09:40:30.722" v="421" actId="21"/>
        <pc:sldMkLst>
          <pc:docMk/>
          <pc:sldMk cId="0" sldId="259"/>
        </pc:sldMkLst>
        <pc:spChg chg="del mod">
          <ac:chgData name="Vidya Gogate" userId="e63db7ab-a87f-46c3-ad6d-7be4676d3680" providerId="ADAL" clId="{C724983B-C5F2-4567-BCBB-1D912BB1F00F}" dt="2026-07-22T09:40:07.959" v="419" actId="21"/>
          <ac:spMkLst>
            <pc:docMk/>
            <pc:sldMk cId="0" sldId="259"/>
            <ac:spMk id="155" creationId="{00000000-0000-0000-0000-000000000000}"/>
          </ac:spMkLst>
        </pc:spChg>
        <pc:spChg chg="del">
          <ac:chgData name="Vidya Gogate" userId="e63db7ab-a87f-46c3-ad6d-7be4676d3680" providerId="ADAL" clId="{C724983B-C5F2-4567-BCBB-1D912BB1F00F}" dt="2026-07-22T09:40:24.033" v="420" actId="21"/>
          <ac:spMkLst>
            <pc:docMk/>
            <pc:sldMk cId="0" sldId="259"/>
            <ac:spMk id="157" creationId="{00000000-0000-0000-0000-000000000000}"/>
          </ac:spMkLst>
        </pc:spChg>
        <pc:spChg chg="del">
          <ac:chgData name="Vidya Gogate" userId="e63db7ab-a87f-46c3-ad6d-7be4676d3680" providerId="ADAL" clId="{C724983B-C5F2-4567-BCBB-1D912BB1F00F}" dt="2026-07-22T09:40:30.722" v="421" actId="21"/>
          <ac:spMkLst>
            <pc:docMk/>
            <pc:sldMk cId="0" sldId="259"/>
            <ac:spMk id="159" creationId="{00000000-0000-0000-0000-000000000000}"/>
          </ac:spMkLst>
        </pc:spChg>
      </pc:sldChg>
      <pc:sldChg chg="addSp delSp mod">
        <pc:chgData name="Vidya Gogate" userId="e63db7ab-a87f-46c3-ad6d-7be4676d3680" providerId="ADAL" clId="{C724983B-C5F2-4567-BCBB-1D912BB1F00F}" dt="2026-07-22T09:40:58.312" v="423" actId="21"/>
        <pc:sldMkLst>
          <pc:docMk/>
          <pc:sldMk cId="0" sldId="260"/>
        </pc:sldMkLst>
        <pc:spChg chg="add del">
          <ac:chgData name="Vidya Gogate" userId="e63db7ab-a87f-46c3-ad6d-7be4676d3680" providerId="ADAL" clId="{C724983B-C5F2-4567-BCBB-1D912BB1F00F}" dt="2026-07-22T09:40:58.312" v="423" actId="21"/>
          <ac:spMkLst>
            <pc:docMk/>
            <pc:sldMk cId="0" sldId="260"/>
            <ac:spMk id="175" creationId="{00000000-0000-0000-0000-000000000000}"/>
          </ac:spMkLst>
        </pc:spChg>
      </pc:sldChg>
      <pc:sldChg chg="del">
        <pc:chgData name="Vidya Gogate" userId="e63db7ab-a87f-46c3-ad6d-7be4676d3680" providerId="ADAL" clId="{C724983B-C5F2-4567-BCBB-1D912BB1F00F}" dt="2026-07-22T09:41:06.682" v="424" actId="47"/>
        <pc:sldMkLst>
          <pc:docMk/>
          <pc:sldMk cId="0" sldId="261"/>
        </pc:sldMkLst>
      </pc:sldChg>
      <pc:sldChg chg="delSp modSp mod">
        <pc:chgData name="Vidya Gogate" userId="e63db7ab-a87f-46c3-ad6d-7be4676d3680" providerId="ADAL" clId="{C724983B-C5F2-4567-BCBB-1D912BB1F00F}" dt="2026-07-22T09:46:43.984" v="440"/>
        <pc:sldMkLst>
          <pc:docMk/>
          <pc:sldMk cId="0" sldId="263"/>
        </pc:sldMkLst>
        <pc:spChg chg="mod">
          <ac:chgData name="Vidya Gogate" userId="e63db7ab-a87f-46c3-ad6d-7be4676d3680" providerId="ADAL" clId="{C724983B-C5F2-4567-BCBB-1D912BB1F00F}" dt="2026-07-22T09:43:21.545" v="431" actId="20577"/>
          <ac:spMkLst>
            <pc:docMk/>
            <pc:sldMk cId="0" sldId="263"/>
            <ac:spMk id="236" creationId="{00000000-0000-0000-0000-000000000000}"/>
          </ac:spMkLst>
        </pc:spChg>
        <pc:spChg chg="del mod">
          <ac:chgData name="Vidya Gogate" userId="e63db7ab-a87f-46c3-ad6d-7be4676d3680" providerId="ADAL" clId="{C724983B-C5F2-4567-BCBB-1D912BB1F00F}" dt="2026-07-22T09:46:43.970" v="438"/>
          <ac:spMkLst>
            <pc:docMk/>
            <pc:sldMk cId="0" sldId="263"/>
            <ac:spMk id="237" creationId="{00000000-0000-0000-0000-000000000000}"/>
          </ac:spMkLst>
        </pc:spChg>
        <pc:spChg chg="del mod">
          <ac:chgData name="Vidya Gogate" userId="e63db7ab-a87f-46c3-ad6d-7be4676d3680" providerId="ADAL" clId="{C724983B-C5F2-4567-BCBB-1D912BB1F00F}" dt="2026-07-22T09:46:43.984" v="440"/>
          <ac:spMkLst>
            <pc:docMk/>
            <pc:sldMk cId="0" sldId="263"/>
            <ac:spMk id="238" creationId="{00000000-0000-0000-0000-000000000000}"/>
          </ac:spMkLst>
        </pc:spChg>
        <pc:spChg chg="mod">
          <ac:chgData name="Vidya Gogate" userId="e63db7ab-a87f-46c3-ad6d-7be4676d3680" providerId="ADAL" clId="{C724983B-C5F2-4567-BCBB-1D912BB1F00F}" dt="2026-07-22T09:46:32.224" v="435" actId="6549"/>
          <ac:spMkLst>
            <pc:docMk/>
            <pc:sldMk cId="0" sldId="263"/>
            <ac:spMk id="239" creationId="{00000000-0000-0000-0000-000000000000}"/>
          </ac:spMkLst>
        </pc:spChg>
        <pc:spChg chg="mod">
          <ac:chgData name="Vidya Gogate" userId="e63db7ab-a87f-46c3-ad6d-7be4676d3680" providerId="ADAL" clId="{C724983B-C5F2-4567-BCBB-1D912BB1F00F}" dt="2026-07-22T09:46:35.363" v="436" actId="6549"/>
          <ac:spMkLst>
            <pc:docMk/>
            <pc:sldMk cId="0" sldId="263"/>
            <ac:spMk id="240" creationId="{00000000-0000-0000-0000-000000000000}"/>
          </ac:spMkLst>
        </pc:spChg>
        <pc:picChg chg="mod">
          <ac:chgData name="Vidya Gogate" userId="e63db7ab-a87f-46c3-ad6d-7be4676d3680" providerId="ADAL" clId="{C724983B-C5F2-4567-BCBB-1D912BB1F00F}" dt="2026-07-22T09:41:27.737" v="428" actId="1076"/>
          <ac:picMkLst>
            <pc:docMk/>
            <pc:sldMk cId="0" sldId="263"/>
            <ac:picMk id="230" creationId="{00000000-0000-0000-0000-000000000000}"/>
          </ac:picMkLst>
        </pc:picChg>
        <pc:picChg chg="del">
          <ac:chgData name="Vidya Gogate" userId="e63db7ab-a87f-46c3-ad6d-7be4676d3680" providerId="ADAL" clId="{C724983B-C5F2-4567-BCBB-1D912BB1F00F}" dt="2026-07-22T09:41:26.235" v="427" actId="478"/>
          <ac:picMkLst>
            <pc:docMk/>
            <pc:sldMk cId="0" sldId="263"/>
            <ac:picMk id="232" creationId="{00000000-0000-0000-0000-000000000000}"/>
          </ac:picMkLst>
        </pc:picChg>
        <pc:picChg chg="del">
          <ac:chgData name="Vidya Gogate" userId="e63db7ab-a87f-46c3-ad6d-7be4676d3680" providerId="ADAL" clId="{C724983B-C5F2-4567-BCBB-1D912BB1F00F}" dt="2026-07-22T09:41:22.084" v="426" actId="478"/>
          <ac:picMkLst>
            <pc:docMk/>
            <pc:sldMk cId="0" sldId="263"/>
            <ac:picMk id="235" creationId="{00000000-0000-0000-0000-000000000000}"/>
          </ac:picMkLst>
        </pc:picChg>
      </pc:sldChg>
      <pc:sldChg chg="del">
        <pc:chgData name="Vidya Gogate" userId="e63db7ab-a87f-46c3-ad6d-7be4676d3680" providerId="ADAL" clId="{C724983B-C5F2-4567-BCBB-1D912BB1F00F}" dt="2026-07-22T09:41:17.662" v="425" actId="47"/>
        <pc:sldMkLst>
          <pc:docMk/>
          <pc:sldMk cId="0" sldId="264"/>
        </pc:sldMkLst>
      </pc:sldChg>
      <pc:sldChg chg="delSp modSp mod">
        <pc:chgData name="Vidya Gogate" userId="e63db7ab-a87f-46c3-ad6d-7be4676d3680" providerId="ADAL" clId="{C724983B-C5F2-4567-BCBB-1D912BB1F00F}" dt="2026-07-22T09:53:34.611" v="583" actId="20577"/>
        <pc:sldMkLst>
          <pc:docMk/>
          <pc:sldMk cId="0" sldId="265"/>
        </pc:sldMkLst>
        <pc:spChg chg="mod">
          <ac:chgData name="Vidya Gogate" userId="e63db7ab-a87f-46c3-ad6d-7be4676d3680" providerId="ADAL" clId="{C724983B-C5F2-4567-BCBB-1D912BB1F00F}" dt="2026-07-22T09:53:34.611" v="583" actId="20577"/>
          <ac:spMkLst>
            <pc:docMk/>
            <pc:sldMk cId="0" sldId="265"/>
            <ac:spMk id="265" creationId="{00000000-0000-0000-0000-000000000000}"/>
          </ac:spMkLst>
        </pc:spChg>
        <pc:spChg chg="del mod">
          <ac:chgData name="Vidya Gogate" userId="e63db7ab-a87f-46c3-ad6d-7be4676d3680" providerId="ADAL" clId="{C724983B-C5F2-4567-BCBB-1D912BB1F00F}" dt="2026-07-22T09:47:19.360" v="451"/>
          <ac:spMkLst>
            <pc:docMk/>
            <pc:sldMk cId="0" sldId="265"/>
            <ac:spMk id="267" creationId="{00000000-0000-0000-0000-000000000000}"/>
          </ac:spMkLst>
        </pc:spChg>
        <pc:spChg chg="del mod">
          <ac:chgData name="Vidya Gogate" userId="e63db7ab-a87f-46c3-ad6d-7be4676d3680" providerId="ADAL" clId="{C724983B-C5F2-4567-BCBB-1D912BB1F00F}" dt="2026-07-22T09:47:19.360" v="453"/>
          <ac:spMkLst>
            <pc:docMk/>
            <pc:sldMk cId="0" sldId="265"/>
            <ac:spMk id="268" creationId="{00000000-0000-0000-0000-000000000000}"/>
          </ac:spMkLst>
        </pc:spChg>
        <pc:spChg chg="del mod">
          <ac:chgData name="Vidya Gogate" userId="e63db7ab-a87f-46c3-ad6d-7be4676d3680" providerId="ADAL" clId="{C724983B-C5F2-4567-BCBB-1D912BB1F00F}" dt="2026-07-22T09:47:19.360" v="455"/>
          <ac:spMkLst>
            <pc:docMk/>
            <pc:sldMk cId="0" sldId="265"/>
            <ac:spMk id="269" creationId="{00000000-0000-0000-0000-000000000000}"/>
          </ac:spMkLst>
        </pc:spChg>
        <pc:spChg chg="mod">
          <ac:chgData name="Vidya Gogate" userId="e63db7ab-a87f-46c3-ad6d-7be4676d3680" providerId="ADAL" clId="{C724983B-C5F2-4567-BCBB-1D912BB1F00F}" dt="2026-07-22T09:47:17.296" v="448" actId="6549"/>
          <ac:spMkLst>
            <pc:docMk/>
            <pc:sldMk cId="0" sldId="265"/>
            <ac:spMk id="270" creationId="{00000000-0000-0000-0000-000000000000}"/>
          </ac:spMkLst>
        </pc:spChg>
        <pc:spChg chg="del mod">
          <ac:chgData name="Vidya Gogate" userId="e63db7ab-a87f-46c3-ad6d-7be4676d3680" providerId="ADAL" clId="{C724983B-C5F2-4567-BCBB-1D912BB1F00F}" dt="2026-07-22T09:47:35.255" v="460"/>
          <ac:spMkLst>
            <pc:docMk/>
            <pc:sldMk cId="0" sldId="265"/>
            <ac:spMk id="271" creationId="{00000000-0000-0000-0000-000000000000}"/>
          </ac:spMkLst>
        </pc:spChg>
        <pc:spChg chg="del mod">
          <ac:chgData name="Vidya Gogate" userId="e63db7ab-a87f-46c3-ad6d-7be4676d3680" providerId="ADAL" clId="{C724983B-C5F2-4567-BCBB-1D912BB1F00F}" dt="2026-07-22T09:47:35.255" v="462"/>
          <ac:spMkLst>
            <pc:docMk/>
            <pc:sldMk cId="0" sldId="265"/>
            <ac:spMk id="272" creationId="{00000000-0000-0000-0000-000000000000}"/>
          </ac:spMkLst>
        </pc:spChg>
        <pc:picChg chg="del">
          <ac:chgData name="Vidya Gogate" userId="e63db7ab-a87f-46c3-ad6d-7be4676d3680" providerId="ADAL" clId="{C724983B-C5F2-4567-BCBB-1D912BB1F00F}" dt="2026-07-22T09:46:52.807" v="441" actId="478"/>
          <ac:picMkLst>
            <pc:docMk/>
            <pc:sldMk cId="0" sldId="265"/>
            <ac:picMk id="262" creationId="{00000000-0000-0000-0000-000000000000}"/>
          </ac:picMkLst>
        </pc:picChg>
        <pc:picChg chg="del">
          <ac:chgData name="Vidya Gogate" userId="e63db7ab-a87f-46c3-ad6d-7be4676d3680" providerId="ADAL" clId="{C724983B-C5F2-4567-BCBB-1D912BB1F00F}" dt="2026-07-22T09:46:55.370" v="442" actId="478"/>
          <ac:picMkLst>
            <pc:docMk/>
            <pc:sldMk cId="0" sldId="265"/>
            <ac:picMk id="273" creationId="{00000000-0000-0000-0000-000000000000}"/>
          </ac:picMkLst>
        </pc:picChg>
        <pc:picChg chg="del">
          <ac:chgData name="Vidya Gogate" userId="e63db7ab-a87f-46c3-ad6d-7be4676d3680" providerId="ADAL" clId="{C724983B-C5F2-4567-BCBB-1D912BB1F00F}" dt="2026-07-22T09:47:19.360" v="449" actId="478"/>
          <ac:picMkLst>
            <pc:docMk/>
            <pc:sldMk cId="0" sldId="265"/>
            <ac:picMk id="274" creationId="{00000000-0000-0000-0000-000000000000}"/>
          </ac:picMkLst>
        </pc:picChg>
        <pc:picChg chg="del">
          <ac:chgData name="Vidya Gogate" userId="e63db7ab-a87f-46c3-ad6d-7be4676d3680" providerId="ADAL" clId="{C724983B-C5F2-4567-BCBB-1D912BB1F00F}" dt="2026-07-22T09:47:22.227" v="456" actId="478"/>
          <ac:picMkLst>
            <pc:docMk/>
            <pc:sldMk cId="0" sldId="265"/>
            <ac:picMk id="275" creationId="{00000000-0000-0000-0000-000000000000}"/>
          </ac:picMkLst>
        </pc:picChg>
      </pc:sldChg>
      <pc:sldChg chg="delSp modSp mod">
        <pc:chgData name="Vidya Gogate" userId="e63db7ab-a87f-46c3-ad6d-7be4676d3680" providerId="ADAL" clId="{C724983B-C5F2-4567-BCBB-1D912BB1F00F}" dt="2026-07-22T09:53:54.955" v="596" actId="14100"/>
        <pc:sldMkLst>
          <pc:docMk/>
          <pc:sldMk cId="0" sldId="266"/>
        </pc:sldMkLst>
        <pc:spChg chg="mod">
          <ac:chgData name="Vidya Gogate" userId="e63db7ab-a87f-46c3-ad6d-7be4676d3680" providerId="ADAL" clId="{C724983B-C5F2-4567-BCBB-1D912BB1F00F}" dt="2026-07-22T09:53:54.955" v="596" actId="14100"/>
          <ac:spMkLst>
            <pc:docMk/>
            <pc:sldMk cId="0" sldId="266"/>
            <ac:spMk id="282" creationId="{00000000-0000-0000-0000-000000000000}"/>
          </ac:spMkLst>
        </pc:spChg>
        <pc:spChg chg="mod">
          <ac:chgData name="Vidya Gogate" userId="e63db7ab-a87f-46c3-ad6d-7be4676d3680" providerId="ADAL" clId="{C724983B-C5F2-4567-BCBB-1D912BB1F00F}" dt="2026-07-22T09:47:53.525" v="464" actId="20577"/>
          <ac:spMkLst>
            <pc:docMk/>
            <pc:sldMk cId="0" sldId="266"/>
            <ac:spMk id="284" creationId="{00000000-0000-0000-0000-000000000000}"/>
          </ac:spMkLst>
        </pc:spChg>
        <pc:spChg chg="del mod">
          <ac:chgData name="Vidya Gogate" userId="e63db7ab-a87f-46c3-ad6d-7be4676d3680" providerId="ADAL" clId="{C724983B-C5F2-4567-BCBB-1D912BB1F00F}" dt="2026-07-22T09:48:12.207" v="469"/>
          <ac:spMkLst>
            <pc:docMk/>
            <pc:sldMk cId="0" sldId="266"/>
            <ac:spMk id="286" creationId="{00000000-0000-0000-0000-000000000000}"/>
          </ac:spMkLst>
        </pc:spChg>
        <pc:spChg chg="mod">
          <ac:chgData name="Vidya Gogate" userId="e63db7ab-a87f-46c3-ad6d-7be4676d3680" providerId="ADAL" clId="{C724983B-C5F2-4567-BCBB-1D912BB1F00F}" dt="2026-07-22T09:48:02.580" v="466" actId="6549"/>
          <ac:spMkLst>
            <pc:docMk/>
            <pc:sldMk cId="0" sldId="266"/>
            <ac:spMk id="288" creationId="{00000000-0000-0000-0000-000000000000}"/>
          </ac:spMkLst>
        </pc:spChg>
        <pc:spChg chg="del mod">
          <ac:chgData name="Vidya Gogate" userId="e63db7ab-a87f-46c3-ad6d-7be4676d3680" providerId="ADAL" clId="{C724983B-C5F2-4567-BCBB-1D912BB1F00F}" dt="2026-07-22T09:48:12.207" v="471"/>
          <ac:spMkLst>
            <pc:docMk/>
            <pc:sldMk cId="0" sldId="266"/>
            <ac:spMk id="290" creationId="{00000000-0000-0000-0000-000000000000}"/>
          </ac:spMkLst>
        </pc:spChg>
      </pc:sldChg>
      <pc:sldChg chg="modSp mod">
        <pc:chgData name="Vidya Gogate" userId="e63db7ab-a87f-46c3-ad6d-7be4676d3680" providerId="ADAL" clId="{C724983B-C5F2-4567-BCBB-1D912BB1F00F}" dt="2026-07-22T09:57:43.194" v="695" actId="14100"/>
        <pc:sldMkLst>
          <pc:docMk/>
          <pc:sldMk cId="0" sldId="267"/>
        </pc:sldMkLst>
        <pc:spChg chg="mod">
          <ac:chgData name="Vidya Gogate" userId="e63db7ab-a87f-46c3-ad6d-7be4676d3680" providerId="ADAL" clId="{C724983B-C5F2-4567-BCBB-1D912BB1F00F}" dt="2026-07-22T09:57:43.194" v="695" actId="14100"/>
          <ac:spMkLst>
            <pc:docMk/>
            <pc:sldMk cId="0" sldId="267"/>
            <ac:spMk id="303" creationId="{00000000-0000-0000-0000-000000000000}"/>
          </ac:spMkLst>
        </pc:spChg>
      </pc:sldChg>
      <pc:sldChg chg="del">
        <pc:chgData name="Vidya Gogate" userId="e63db7ab-a87f-46c3-ad6d-7be4676d3680" providerId="ADAL" clId="{C724983B-C5F2-4567-BCBB-1D912BB1F00F}" dt="2026-07-22T09:48:34.026" v="472" actId="47"/>
        <pc:sldMkLst>
          <pc:docMk/>
          <pc:sldMk cId="0" sldId="268"/>
        </pc:sldMkLst>
      </pc:sldChg>
      <pc:sldChg chg="modSp mod">
        <pc:chgData name="Vidya Gogate" userId="e63db7ab-a87f-46c3-ad6d-7be4676d3680" providerId="ADAL" clId="{C724983B-C5F2-4567-BCBB-1D912BB1F00F}" dt="2026-07-22T09:58:42.735" v="708" actId="20577"/>
        <pc:sldMkLst>
          <pc:docMk/>
          <pc:sldMk cId="1855703857" sldId="269"/>
        </pc:sldMkLst>
        <pc:spChg chg="mod">
          <ac:chgData name="Vidya Gogate" userId="e63db7ab-a87f-46c3-ad6d-7be4676d3680" providerId="ADAL" clId="{C724983B-C5F2-4567-BCBB-1D912BB1F00F}" dt="2026-07-22T09:27:07.296" v="122" actId="1076"/>
          <ac:spMkLst>
            <pc:docMk/>
            <pc:sldMk cId="1855703857" sldId="269"/>
            <ac:spMk id="3" creationId="{EB08B283-E4E3-D9D0-E0B6-24BF52FBF457}"/>
          </ac:spMkLst>
        </pc:spChg>
        <pc:spChg chg="mod">
          <ac:chgData name="Vidya Gogate" userId="e63db7ab-a87f-46c3-ad6d-7be4676d3680" providerId="ADAL" clId="{C724983B-C5F2-4567-BCBB-1D912BB1F00F}" dt="2026-07-22T09:26:27.190" v="102" actId="6549"/>
          <ac:spMkLst>
            <pc:docMk/>
            <pc:sldMk cId="1855703857" sldId="269"/>
            <ac:spMk id="4" creationId="{45DD82B9-D4BD-1A55-172B-2D3A7257492D}"/>
          </ac:spMkLst>
        </pc:spChg>
        <pc:spChg chg="mod">
          <ac:chgData name="Vidya Gogate" userId="e63db7ab-a87f-46c3-ad6d-7be4676d3680" providerId="ADAL" clId="{C724983B-C5F2-4567-BCBB-1D912BB1F00F}" dt="2026-07-22T09:58:42.735" v="708" actId="20577"/>
          <ac:spMkLst>
            <pc:docMk/>
            <pc:sldMk cId="1855703857" sldId="269"/>
            <ac:spMk id="7" creationId="{018A3B4C-A2CD-CC2D-C9F1-3280FE037C64}"/>
          </ac:spMkLst>
        </pc:spChg>
        <pc:spChg chg="mod">
          <ac:chgData name="Vidya Gogate" userId="e63db7ab-a87f-46c3-ad6d-7be4676d3680" providerId="ADAL" clId="{C724983B-C5F2-4567-BCBB-1D912BB1F00F}" dt="2026-07-22T09:24:43.711" v="45" actId="6549"/>
          <ac:spMkLst>
            <pc:docMk/>
            <pc:sldMk cId="1855703857" sldId="269"/>
            <ac:spMk id="10" creationId="{98058B23-DDE2-4F62-9A2E-46739C3C685F}"/>
          </ac:spMkLst>
        </pc:spChg>
        <pc:spChg chg="mod">
          <ac:chgData name="Vidya Gogate" userId="e63db7ab-a87f-46c3-ad6d-7be4676d3680" providerId="ADAL" clId="{C724983B-C5F2-4567-BCBB-1D912BB1F00F}" dt="2026-07-22T09:29:30.155" v="157" actId="255"/>
          <ac:spMkLst>
            <pc:docMk/>
            <pc:sldMk cId="1855703857" sldId="269"/>
            <ac:spMk id="11" creationId="{98058B23-DDE2-4F62-9A2E-46739C3C685F}"/>
          </ac:spMkLst>
        </pc:spChg>
      </pc:sldChg>
      <pc:sldChg chg="modSp add mod setBg modNotes">
        <pc:chgData name="Vidya Gogate" userId="e63db7ab-a87f-46c3-ad6d-7be4676d3680" providerId="ADAL" clId="{C724983B-C5F2-4567-BCBB-1D912BB1F00F}" dt="2026-07-22T09:55:12.303" v="602" actId="20577"/>
        <pc:sldMkLst>
          <pc:docMk/>
          <pc:sldMk cId="0" sldId="270"/>
        </pc:sldMkLst>
        <pc:spChg chg="mod">
          <ac:chgData name="Vidya Gogate" userId="e63db7ab-a87f-46c3-ad6d-7be4676d3680" providerId="ADAL" clId="{C724983B-C5F2-4567-BCBB-1D912BB1F00F}" dt="2026-07-22T09:50:06.268" v="486" actId="20577"/>
          <ac:spMkLst>
            <pc:docMk/>
            <pc:sldMk cId="0" sldId="270"/>
            <ac:spMk id="111" creationId="{00000000-0000-0000-0000-000000000000}"/>
          </ac:spMkLst>
        </pc:spChg>
        <pc:spChg chg="mod">
          <ac:chgData name="Vidya Gogate" userId="e63db7ab-a87f-46c3-ad6d-7be4676d3680" providerId="ADAL" clId="{C724983B-C5F2-4567-BCBB-1D912BB1F00F}" dt="2026-07-22T09:34:52.335" v="237" actId="108"/>
          <ac:spMkLst>
            <pc:docMk/>
            <pc:sldMk cId="0" sldId="270"/>
            <ac:spMk id="113" creationId="{00000000-0000-0000-0000-000000000000}"/>
          </ac:spMkLst>
        </pc:spChg>
        <pc:spChg chg="mod">
          <ac:chgData name="Vidya Gogate" userId="e63db7ab-a87f-46c3-ad6d-7be4676d3680" providerId="ADAL" clId="{C724983B-C5F2-4567-BCBB-1D912BB1F00F}" dt="2026-07-22T09:35:17.182" v="249" actId="20577"/>
          <ac:spMkLst>
            <pc:docMk/>
            <pc:sldMk cId="0" sldId="270"/>
            <ac:spMk id="114" creationId="{00000000-0000-0000-0000-000000000000}"/>
          </ac:spMkLst>
        </pc:spChg>
        <pc:spChg chg="mod">
          <ac:chgData name="Vidya Gogate" userId="e63db7ab-a87f-46c3-ad6d-7be4676d3680" providerId="ADAL" clId="{C724983B-C5F2-4567-BCBB-1D912BB1F00F}" dt="2026-07-22T09:55:12.303" v="602" actId="20577"/>
          <ac:spMkLst>
            <pc:docMk/>
            <pc:sldMk cId="0" sldId="270"/>
            <ac:spMk id="115" creationId="{00000000-0000-0000-0000-000000000000}"/>
          </ac:spMkLst>
        </pc:spChg>
        <pc:spChg chg="mod">
          <ac:chgData name="Vidya Gogate" userId="e63db7ab-a87f-46c3-ad6d-7be4676d3680" providerId="ADAL" clId="{C724983B-C5F2-4567-BCBB-1D912BB1F00F}" dt="2026-07-22T09:36:01.591" v="284" actId="20577"/>
          <ac:spMkLst>
            <pc:docMk/>
            <pc:sldMk cId="0" sldId="270"/>
            <ac:spMk id="116" creationId="{00000000-0000-0000-0000-000000000000}"/>
          </ac:spMkLst>
        </pc:spChg>
      </pc:sldChg>
      <pc:sldChg chg="modSp add mod setBg">
        <pc:chgData name="Vidya Gogate" userId="e63db7ab-a87f-46c3-ad6d-7be4676d3680" providerId="ADAL" clId="{C724983B-C5F2-4567-BCBB-1D912BB1F00F}" dt="2026-07-22T09:51:05.643" v="503" actId="20577"/>
        <pc:sldMkLst>
          <pc:docMk/>
          <pc:sldMk cId="2399026103" sldId="271"/>
        </pc:sldMkLst>
        <pc:spChg chg="mod">
          <ac:chgData name="Vidya Gogate" userId="e63db7ab-a87f-46c3-ad6d-7be4676d3680" providerId="ADAL" clId="{C724983B-C5F2-4567-BCBB-1D912BB1F00F}" dt="2026-07-22T09:51:05.643" v="503" actId="20577"/>
          <ac:spMkLst>
            <pc:docMk/>
            <pc:sldMk cId="2399026103" sldId="271"/>
            <ac:spMk id="265" creationId="{12B45AC4-CFB7-3B57-E28A-98CA81867812}"/>
          </ac:spMkLst>
        </pc:spChg>
      </pc:sldChg>
      <pc:sldChg chg="new del">
        <pc:chgData name="Vidya Gogate" userId="e63db7ab-a87f-46c3-ad6d-7be4676d3680" providerId="ADAL" clId="{C724983B-C5F2-4567-BCBB-1D912BB1F00F}" dt="2026-07-22T09:50:34.764" v="488" actId="680"/>
        <pc:sldMkLst>
          <pc:docMk/>
          <pc:sldMk cId="3336849581" sldId="271"/>
        </pc:sldMkLst>
      </pc:sldChg>
      <pc:sldChg chg="modSp add mod setBg">
        <pc:chgData name="Vidya Gogate" userId="e63db7ab-a87f-46c3-ad6d-7be4676d3680" providerId="ADAL" clId="{C724983B-C5F2-4567-BCBB-1D912BB1F00F}" dt="2026-07-22T09:52:04.548" v="548" actId="14100"/>
        <pc:sldMkLst>
          <pc:docMk/>
          <pc:sldMk cId="2850263490" sldId="272"/>
        </pc:sldMkLst>
        <pc:spChg chg="mod">
          <ac:chgData name="Vidya Gogate" userId="e63db7ab-a87f-46c3-ad6d-7be4676d3680" providerId="ADAL" clId="{C724983B-C5F2-4567-BCBB-1D912BB1F00F}" dt="2026-07-22T09:52:04.548" v="548" actId="14100"/>
          <ac:spMkLst>
            <pc:docMk/>
            <pc:sldMk cId="2850263490" sldId="272"/>
            <ac:spMk id="265" creationId="{103DE11C-9768-0AF8-D764-0709ECCD3FBF}"/>
          </ac:spMkLst>
        </pc:spChg>
      </pc:sldChg>
      <pc:sldChg chg="modSp add mod setBg">
        <pc:chgData name="Vidya Gogate" userId="e63db7ab-a87f-46c3-ad6d-7be4676d3680" providerId="ADAL" clId="{C724983B-C5F2-4567-BCBB-1D912BB1F00F}" dt="2026-07-22T09:52:48.155" v="558" actId="20577"/>
        <pc:sldMkLst>
          <pc:docMk/>
          <pc:sldMk cId="3063811417" sldId="273"/>
        </pc:sldMkLst>
        <pc:spChg chg="mod">
          <ac:chgData name="Vidya Gogate" userId="e63db7ab-a87f-46c3-ad6d-7be4676d3680" providerId="ADAL" clId="{C724983B-C5F2-4567-BCBB-1D912BB1F00F}" dt="2026-07-22T09:52:48.155" v="558" actId="20577"/>
          <ac:spMkLst>
            <pc:docMk/>
            <pc:sldMk cId="3063811417" sldId="273"/>
            <ac:spMk id="265" creationId="{5D6C2502-50D8-5AA5-6EB5-0351F02C4E48}"/>
          </ac:spMkLst>
        </pc:spChg>
      </pc:sldChg>
      <pc:sldChg chg="modSp add mod">
        <pc:chgData name="Vidya Gogate" userId="e63db7ab-a87f-46c3-ad6d-7be4676d3680" providerId="ADAL" clId="{C724983B-C5F2-4567-BCBB-1D912BB1F00F}" dt="2026-07-22T09:53:06.243" v="566" actId="20577"/>
        <pc:sldMkLst>
          <pc:docMk/>
          <pc:sldMk cId="527435842" sldId="274"/>
        </pc:sldMkLst>
        <pc:spChg chg="mod">
          <ac:chgData name="Vidya Gogate" userId="e63db7ab-a87f-46c3-ad6d-7be4676d3680" providerId="ADAL" clId="{C724983B-C5F2-4567-BCBB-1D912BB1F00F}" dt="2026-07-22T09:53:06.243" v="566" actId="20577"/>
          <ac:spMkLst>
            <pc:docMk/>
            <pc:sldMk cId="527435842" sldId="274"/>
            <ac:spMk id="265" creationId="{726C56FB-3827-37A8-09B3-2528BE6D2750}"/>
          </ac:spMkLst>
        </pc:spChg>
      </pc:sldChg>
      <pc:sldChg chg="modSp add mod setBg">
        <pc:chgData name="Vidya Gogate" userId="e63db7ab-a87f-46c3-ad6d-7be4676d3680" providerId="ADAL" clId="{C724983B-C5F2-4567-BCBB-1D912BB1F00F}" dt="2026-07-22T09:53:20.115" v="573" actId="20577"/>
        <pc:sldMkLst>
          <pc:docMk/>
          <pc:sldMk cId="3816277810" sldId="275"/>
        </pc:sldMkLst>
        <pc:spChg chg="mod">
          <ac:chgData name="Vidya Gogate" userId="e63db7ab-a87f-46c3-ad6d-7be4676d3680" providerId="ADAL" clId="{C724983B-C5F2-4567-BCBB-1D912BB1F00F}" dt="2026-07-22T09:53:20.115" v="573" actId="20577"/>
          <ac:spMkLst>
            <pc:docMk/>
            <pc:sldMk cId="3816277810" sldId="275"/>
            <ac:spMk id="265" creationId="{AB3FB687-E73A-5A19-5944-E081F0DF8816}"/>
          </ac:spMkLst>
        </pc:spChg>
      </pc:sldChg>
      <pc:sldChg chg="modSp add mod">
        <pc:chgData name="Vidya Gogate" userId="e63db7ab-a87f-46c3-ad6d-7be4676d3680" providerId="ADAL" clId="{C724983B-C5F2-4567-BCBB-1D912BB1F00F}" dt="2026-07-22T09:56:07.988" v="629"/>
        <pc:sldMkLst>
          <pc:docMk/>
          <pc:sldMk cId="1747056217" sldId="276"/>
        </pc:sldMkLst>
        <pc:spChg chg="mod">
          <ac:chgData name="Vidya Gogate" userId="e63db7ab-a87f-46c3-ad6d-7be4676d3680" providerId="ADAL" clId="{C724983B-C5F2-4567-BCBB-1D912BB1F00F}" dt="2026-07-22T09:56:07.988" v="629"/>
          <ac:spMkLst>
            <pc:docMk/>
            <pc:sldMk cId="1747056217" sldId="276"/>
            <ac:spMk id="265" creationId="{19B80BF9-DAC2-A98E-C71B-F64D028C1FD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" name="Google Shape;1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685576D3-D662-AA62-A337-7F9857B00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>
            <a:extLst>
              <a:ext uri="{FF2B5EF4-FFF2-40B4-BE49-F238E27FC236}">
                <a16:creationId xmlns:a16="http://schemas.microsoft.com/office/drawing/2014/main" id="{07F63C8E-38B0-E826-F856-BEF3E7BDDC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:notes">
            <a:extLst>
              <a:ext uri="{FF2B5EF4-FFF2-40B4-BE49-F238E27FC236}">
                <a16:creationId xmlns:a16="http://schemas.microsoft.com/office/drawing/2014/main" id="{51A65695-9913-E175-49B5-BAC389B00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238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71EFAA23-007A-D7FF-E1DC-3641E0B33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>
            <a:extLst>
              <a:ext uri="{FF2B5EF4-FFF2-40B4-BE49-F238E27FC236}">
                <a16:creationId xmlns:a16="http://schemas.microsoft.com/office/drawing/2014/main" id="{9D0F2D8B-3E44-B8A6-1CA7-A3D8771BAC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:notes">
            <a:extLst>
              <a:ext uri="{FF2B5EF4-FFF2-40B4-BE49-F238E27FC236}">
                <a16:creationId xmlns:a16="http://schemas.microsoft.com/office/drawing/2014/main" id="{99F91DAD-CA0E-9AD4-AA76-F6ABC0EC4E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793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599C6031-C973-C215-19C1-8BA0B3269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>
            <a:extLst>
              <a:ext uri="{FF2B5EF4-FFF2-40B4-BE49-F238E27FC236}">
                <a16:creationId xmlns:a16="http://schemas.microsoft.com/office/drawing/2014/main" id="{404C4A73-0DD3-B7E7-6C3E-0F81AB4574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:notes">
            <a:extLst>
              <a:ext uri="{FF2B5EF4-FFF2-40B4-BE49-F238E27FC236}">
                <a16:creationId xmlns:a16="http://schemas.microsoft.com/office/drawing/2014/main" id="{2CF68E07-9B5A-711E-1630-957089E6CB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8132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FBE19F03-7D57-3DCB-2681-2295C20CA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>
            <a:extLst>
              <a:ext uri="{FF2B5EF4-FFF2-40B4-BE49-F238E27FC236}">
                <a16:creationId xmlns:a16="http://schemas.microsoft.com/office/drawing/2014/main" id="{518F841C-D61D-9C87-380C-4F5FD2398C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:notes">
            <a:extLst>
              <a:ext uri="{FF2B5EF4-FFF2-40B4-BE49-F238E27FC236}">
                <a16:creationId xmlns:a16="http://schemas.microsoft.com/office/drawing/2014/main" id="{B221B133-D4E2-F7C2-DE4B-8D892FBE49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401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F76FA4E2-020B-854E-8BFF-ECC3C7CFB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>
            <a:extLst>
              <a:ext uri="{FF2B5EF4-FFF2-40B4-BE49-F238E27FC236}">
                <a16:creationId xmlns:a16="http://schemas.microsoft.com/office/drawing/2014/main" id="{B4C8DBEB-5B9A-74DA-56F9-E3B811FF61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:notes">
            <a:extLst>
              <a:ext uri="{FF2B5EF4-FFF2-40B4-BE49-F238E27FC236}">
                <a16:creationId xmlns:a16="http://schemas.microsoft.com/office/drawing/2014/main" id="{A01F608D-54A3-394E-F6FF-2C390F65F8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0427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9DDD47F7-9875-AB4F-66DC-D1F900284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>
            <a:extLst>
              <a:ext uri="{FF2B5EF4-FFF2-40B4-BE49-F238E27FC236}">
                <a16:creationId xmlns:a16="http://schemas.microsoft.com/office/drawing/2014/main" id="{97E44053-70CA-330A-3123-C6801746DA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:notes">
            <a:extLst>
              <a:ext uri="{FF2B5EF4-FFF2-40B4-BE49-F238E27FC236}">
                <a16:creationId xmlns:a16="http://schemas.microsoft.com/office/drawing/2014/main" id="{BF4B76B4-F37C-24C8-5A88-D3B3F0E5CF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4176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5368A65A-2898-1F1D-41BC-F04CF05BA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>
            <a:extLst>
              <a:ext uri="{FF2B5EF4-FFF2-40B4-BE49-F238E27FC236}">
                <a16:creationId xmlns:a16="http://schemas.microsoft.com/office/drawing/2014/main" id="{A01EDBDF-0215-7E91-04C9-C94E001B1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:notes">
            <a:extLst>
              <a:ext uri="{FF2B5EF4-FFF2-40B4-BE49-F238E27FC236}">
                <a16:creationId xmlns:a16="http://schemas.microsoft.com/office/drawing/2014/main" id="{4D0BA723-EA7E-F6E0-9730-3FD46897D8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374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536" y="173737"/>
            <a:ext cx="8280920" cy="80699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latin typeface="Verdana" pitchFamily="34" charset="0"/>
                <a:ea typeface="Verdana" pitchFamily="34" charset="0"/>
              </a:rPr>
              <a:t> </a:t>
            </a:r>
            <a:r>
              <a:rPr lang="en-US" sz="1800" dirty="0">
                <a:latin typeface="Bodoni MT" pitchFamily="18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en-US" sz="1300" dirty="0">
                <a:latin typeface="Bodoni MT" pitchFamily="18" charset="0"/>
                <a:ea typeface="Verdana" pitchFamily="34" charset="0"/>
                <a:cs typeface="Times New Roman" pitchFamily="18" charset="0"/>
              </a:rPr>
              <a:t>Mahavir Education Trust’s</a:t>
            </a:r>
            <a:br>
              <a:rPr lang="en-US" sz="1300" dirty="0">
                <a:latin typeface="Bodoni MT" pitchFamily="18" charset="0"/>
                <a:ea typeface="Verdana" pitchFamily="34" charset="0"/>
                <a:cs typeface="Times New Roman" pitchFamily="18" charset="0"/>
              </a:rPr>
            </a:br>
            <a:r>
              <a:rPr lang="en-US" sz="3100" dirty="0">
                <a:latin typeface="Bodoni MT" pitchFamily="18" charset="0"/>
                <a:ea typeface="Verdana" pitchFamily="34" charset="0"/>
                <a:cs typeface="Times New Roman" pitchFamily="18" charset="0"/>
              </a:rPr>
              <a:t>Shah &amp; Anchor Kutchhi Engineering College</a:t>
            </a:r>
            <a:br>
              <a:rPr lang="en-US" sz="2200" dirty="0">
                <a:latin typeface="Bodoni MT" pitchFamily="18" charset="0"/>
                <a:ea typeface="Verdana" pitchFamily="34" charset="0"/>
                <a:cs typeface="Times New Roman" pitchFamily="18" charset="0"/>
              </a:rPr>
            </a:br>
            <a:r>
              <a:rPr lang="en-US" sz="1300" dirty="0">
                <a:latin typeface="Bodoni MT" pitchFamily="18" charset="0"/>
                <a:ea typeface="Verdana" pitchFamily="34" charset="0"/>
                <a:cs typeface="Times New Roman" pitchFamily="18" charset="0"/>
              </a:rPr>
              <a:t>Chembur, Mumbai-400088</a:t>
            </a:r>
            <a:br>
              <a:rPr lang="en-US" sz="1300" dirty="0">
                <a:latin typeface="Bodoni MT" pitchFamily="18" charset="0"/>
                <a:ea typeface="Verdana" pitchFamily="34" charset="0"/>
                <a:cs typeface="Times New Roman" pitchFamily="18" charset="0"/>
              </a:rPr>
            </a:br>
            <a:r>
              <a:rPr lang="en" sz="1300" dirty="0">
                <a:solidFill>
                  <a:schemeClr val="dk1"/>
                </a:solidFill>
                <a:latin typeface="Bodoni MT" panose="02070603080606020203" pitchFamily="18" charset="0"/>
                <a:ea typeface="Bodoni"/>
                <a:cs typeface="Bodoni"/>
                <a:sym typeface="Bodoni"/>
              </a:rPr>
              <a:t>(An Autonomous Institute Affiliated to University of Mumbai)</a:t>
            </a:r>
            <a:endParaRPr lang="en-US" sz="2000" dirty="0">
              <a:latin typeface="Bodoni MT" panose="02070603080606020203" pitchFamily="18" charset="0"/>
              <a:ea typeface="Verdana" pitchFamily="34" charset="0"/>
            </a:endParaRPr>
          </a:p>
        </p:txBody>
      </p:sp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2207569" y="2996953"/>
            <a:ext cx="7841180" cy="8562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1" hangingPunct="1">
              <a:defRPr/>
            </a:pPr>
            <a:r>
              <a:rPr lang="en-US" sz="4000" dirty="0">
                <a:latin typeface="Verdana" pitchFamily="34" charset="0"/>
                <a:ea typeface="Verdana" pitchFamily="34" charset="0"/>
              </a:rPr>
              <a:t> </a:t>
            </a:r>
            <a:r>
              <a:rPr lang="en-US" sz="1800" dirty="0">
                <a:latin typeface="Bodoni MT" panose="02070603080606020203" pitchFamily="18" charset="0"/>
              </a:rPr>
              <a:t>Department of </a:t>
            </a:r>
          </a:p>
          <a:p>
            <a:pPr algn="ctr" eaLnBrk="1" hangingPunct="1">
              <a:defRPr/>
            </a:pPr>
            <a:r>
              <a:rPr lang="en-US" sz="1800" dirty="0">
                <a:latin typeface="Bodoni MT" panose="02070603080606020203" pitchFamily="18" charset="0"/>
              </a:rPr>
              <a:t>Electronics  (VLSI Design and Technology)</a:t>
            </a:r>
          </a:p>
          <a:p>
            <a:pPr algn="ctr" eaLnBrk="1" hangingPunct="1">
              <a:defRPr/>
            </a:pPr>
            <a:endParaRPr lang="en-US" sz="1800" dirty="0">
              <a:latin typeface="Bodoni MT" panose="02070603080606020203" pitchFamily="18" charset="0"/>
            </a:endParaRPr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2573310" y="3813955"/>
            <a:ext cx="7586690" cy="24489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presentation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  <a:p>
            <a:pPr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on</a:t>
            </a:r>
          </a:p>
          <a:p>
            <a:pPr>
              <a:defRPr/>
            </a:pPr>
            <a:r>
              <a:rPr lang="en-IN" sz="1400" b="1" dirty="0"/>
              <a:t>REAL-TIME BODY TEMPERATURE MONITORING PROTOTYPE</a:t>
            </a:r>
          </a:p>
          <a:p>
            <a:pPr>
              <a:defRPr/>
            </a:pPr>
            <a:endParaRPr lang="en-US" sz="600" b="1" kern="0" dirty="0"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  <a:p>
            <a:pPr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(Subject: Microproject, E</a:t>
            </a:r>
            <a:r>
              <a:rPr lang="en-IN" sz="1200" kern="0" dirty="0"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mbedded System Design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, V semester)</a:t>
            </a:r>
            <a:br>
              <a:rPr lang="en-US" sz="1200" b="1" kern="0" dirty="0"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</a:b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by</a:t>
            </a:r>
            <a:b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</a:br>
            <a:r>
              <a:rPr lang="en-US" sz="1400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Urbanist"/>
              </a:rPr>
              <a:t>BHUMI LADE- 124BTVL1022</a:t>
            </a:r>
          </a:p>
          <a:p>
            <a:pPr>
              <a:defRPr/>
            </a:pPr>
            <a:r>
              <a:rPr lang="en-US" sz="1400" kern="0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Urbanist"/>
              </a:rPr>
              <a:t>SUMEDHA GAJBHIYE- 124BTVL1037</a:t>
            </a:r>
            <a:endParaRPr lang="en-US" sz="1400" kern="0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>
              <a:defRPr/>
            </a:pPr>
            <a:r>
              <a:rPr lang="en-US" sz="1400" b="1" kern="0" dirty="0"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Guided By</a:t>
            </a:r>
            <a:endParaRPr lang="en-US" sz="1200" b="1" kern="0" dirty="0"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6E6210-5FD2-AFDA-3E57-2C5F5AAE1267}"/>
              </a:ext>
            </a:extLst>
          </p:cNvPr>
          <p:cNvSpPr/>
          <p:nvPr/>
        </p:nvSpPr>
        <p:spPr>
          <a:xfrm>
            <a:off x="7300" y="2220"/>
            <a:ext cx="425219" cy="6855780"/>
          </a:xfrm>
          <a:prstGeom prst="rect">
            <a:avLst/>
          </a:prstGeom>
          <a:solidFill>
            <a:srgbClr val="01889F"/>
          </a:solidFill>
          <a:ln>
            <a:solidFill>
              <a:srgbClr val="0188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6" name="Picture 5" descr="A logo with a anchor and a gear&#10;&#10;AI-generated content may be incorrect.">
            <a:extLst>
              <a:ext uri="{FF2B5EF4-FFF2-40B4-BE49-F238E27FC236}">
                <a16:creationId xmlns:a16="http://schemas.microsoft.com/office/drawing/2014/main" id="{DBC9E01A-1783-C975-4310-9ECDC5B96C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77" y="0"/>
            <a:ext cx="912960" cy="1290876"/>
          </a:xfrm>
          <a:prstGeom prst="rect">
            <a:avLst/>
          </a:prstGeom>
        </p:spPr>
      </p:pic>
      <p:pic>
        <p:nvPicPr>
          <p:cNvPr id="15" name="Picture 14" descr="A white building with many balconies&#10;&#10;AI-generated content may be incorrect.">
            <a:extLst>
              <a:ext uri="{FF2B5EF4-FFF2-40B4-BE49-F238E27FC236}">
                <a16:creationId xmlns:a16="http://schemas.microsoft.com/office/drawing/2014/main" id="{748A1168-A8E7-363A-C63E-B4125B2102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1124" y="1307294"/>
            <a:ext cx="2333668" cy="16974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08B283-E4E3-D9D0-E0B6-24BF52FBF457}"/>
              </a:ext>
            </a:extLst>
          </p:cNvPr>
          <p:cNvSpPr txBox="1"/>
          <p:nvPr/>
        </p:nvSpPr>
        <p:spPr>
          <a:xfrm>
            <a:off x="4288807" y="5869464"/>
            <a:ext cx="4023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Urbanist"/>
                <a:sym typeface="Urbanist"/>
              </a:rPr>
              <a:t>Ms. Vidya Gogate, Mr. Yogesh Kene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DD82B9-D4BD-1A55-172B-2D3A7257492D}"/>
              </a:ext>
            </a:extLst>
          </p:cNvPr>
          <p:cNvSpPr txBox="1"/>
          <p:nvPr/>
        </p:nvSpPr>
        <p:spPr>
          <a:xfrm>
            <a:off x="6187958" y="5912290"/>
            <a:ext cx="4248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kern="0" dirty="0"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                        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E063E-523D-BBEB-BE1A-CC1E17ACE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F5C6-2BF3-4344-82E2-A92E2852AD06}" type="datetime4">
              <a:rPr lang="en-US" smtClean="0"/>
              <a:t>July 25, 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18A3B4C-A2CD-CC2D-C9F1-3280FE037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45226" y="6244725"/>
            <a:ext cx="5442857" cy="365125"/>
          </a:xfrm>
        </p:spPr>
        <p:txBody>
          <a:bodyPr/>
          <a:lstStyle/>
          <a:p>
            <a:r>
              <a:rPr lang="en-US" dirty="0"/>
              <a:t>Department of Electronics Engineering  (VLSI Design and Technology)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EC7BD52-5459-B588-E208-CA4B189AA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06B6-50AD-4695-87DF-43B57421285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703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857250" y="476250"/>
            <a:ext cx="112014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OUTLINE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666750" y="476250"/>
            <a:ext cx="76200" cy="523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1000125" y="2028825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Problem Definition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1000125" y="2486025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Objectives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000125" y="2943225"/>
            <a:ext cx="48577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Course Outcome</a:t>
            </a:r>
            <a:endParaRPr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1000125" y="3400425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SDG Mapping</a:t>
            </a:r>
            <a:endParaRPr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1000125" y="3857625"/>
            <a:ext cx="48577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475569"/>
                </a:solidFill>
                <a:latin typeface="Urbanist"/>
                <a:ea typeface="Urbanist"/>
                <a:cs typeface="Urbanist"/>
              </a:rPr>
              <a:t>Selection of hardware components</a:t>
            </a:r>
            <a:endParaRPr sz="1500" dirty="0">
              <a:solidFill>
                <a:srgbClr val="475569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1000125" y="4314825"/>
            <a:ext cx="48577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System Architecture HW and SW</a:t>
            </a:r>
            <a:endParaRPr dirty="0"/>
          </a:p>
        </p:txBody>
      </p:sp>
      <p:sp>
        <p:nvSpPr>
          <p:cNvPr id="115" name="Google Shape;115;p14"/>
          <p:cNvSpPr txBox="1"/>
          <p:nvPr/>
        </p:nvSpPr>
        <p:spPr>
          <a:xfrm>
            <a:off x="1000125" y="4772025"/>
            <a:ext cx="48577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RESULT</a:t>
            </a:r>
            <a:endParaRPr dirty="0"/>
          </a:p>
        </p:txBody>
      </p:sp>
      <p:sp>
        <p:nvSpPr>
          <p:cNvPr id="116" name="Google Shape;116;p14"/>
          <p:cNvSpPr txBox="1"/>
          <p:nvPr/>
        </p:nvSpPr>
        <p:spPr>
          <a:xfrm>
            <a:off x="1000125" y="5229225"/>
            <a:ext cx="48577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Design Metrics Considered</a:t>
            </a:r>
            <a:endParaRPr dirty="0"/>
          </a:p>
        </p:txBody>
      </p:sp>
      <p:pic>
        <p:nvPicPr>
          <p:cNvPr id="117" name="Google Shape;11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0288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4860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9432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4004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8576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3148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720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52292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46650" y="137575"/>
            <a:ext cx="1111999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857250" y="47625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PROBLEM DEFINITION</a:t>
            </a:r>
            <a:endParaRPr dirty="0"/>
          </a:p>
        </p:txBody>
      </p:sp>
      <p:sp>
        <p:nvSpPr>
          <p:cNvPr id="133" name="Google Shape;133;p15"/>
          <p:cNvSpPr/>
          <p:nvPr/>
        </p:nvSpPr>
        <p:spPr>
          <a:xfrm>
            <a:off x="666750" y="476250"/>
            <a:ext cx="76200" cy="5238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962025" y="1628775"/>
            <a:ext cx="102679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43" name="Google Shape;14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02933" y="0"/>
            <a:ext cx="1055717" cy="1492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F3F1CB-412E-3890-A412-B18A605076C7}"/>
              </a:ext>
            </a:extLst>
          </p:cNvPr>
          <p:cNvSpPr txBox="1"/>
          <p:nvPr/>
        </p:nvSpPr>
        <p:spPr>
          <a:xfrm>
            <a:off x="523425" y="1497381"/>
            <a:ext cx="106990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body temperature measurement often requires physical contact and manual observation, which may be inconvenient for continuous or repeated monitoring.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contactless, real-time temperature monitoring prototype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capable of: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body temperature without physical contact.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displaying temperature readings.      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detecting temperatures above a predefined threshold.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 immediate visual and audible alerts.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Offering a simple and low-cost embedded healthcare monitoring solution.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433637"/>
            <a:ext cx="346070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5576" y="2433638"/>
            <a:ext cx="3515308" cy="2847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88350" y="2362199"/>
            <a:ext cx="3460700" cy="339516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857250" y="47625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OBJECTIVES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666750" y="476250"/>
            <a:ext cx="76200" cy="5238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850266" y="3557587"/>
            <a:ext cx="309366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Sensing</a:t>
            </a:r>
            <a:endParaRPr dirty="0"/>
          </a:p>
        </p:txBody>
      </p:sp>
      <p:sp>
        <p:nvSpPr>
          <p:cNvPr id="156" name="Google Shape;156;p16"/>
          <p:cNvSpPr txBox="1"/>
          <p:nvPr/>
        </p:nvSpPr>
        <p:spPr>
          <a:xfrm>
            <a:off x="4549091" y="3557587"/>
            <a:ext cx="309366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Connectivity</a:t>
            </a:r>
            <a:endParaRPr dirty="0"/>
          </a:p>
        </p:txBody>
      </p:sp>
      <p:sp>
        <p:nvSpPr>
          <p:cNvPr id="158" name="Google Shape;158;p16"/>
          <p:cNvSpPr txBox="1"/>
          <p:nvPr/>
        </p:nvSpPr>
        <p:spPr>
          <a:xfrm>
            <a:off x="8247917" y="3557587"/>
            <a:ext cx="309366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Intelligence</a:t>
            </a:r>
            <a:endParaRPr/>
          </a:p>
        </p:txBody>
      </p:sp>
      <p:pic>
        <p:nvPicPr>
          <p:cNvPr id="160" name="Google Shape;16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58900" y="282416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95813" y="2824162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56551" y="282416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879175" y="179200"/>
            <a:ext cx="1179475" cy="1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631AC2-9EBE-A9F6-1B98-897EEC1B00A1}"/>
              </a:ext>
            </a:extLst>
          </p:cNvPr>
          <p:cNvSpPr txBox="1"/>
          <p:nvPr/>
        </p:nvSpPr>
        <p:spPr>
          <a:xfrm>
            <a:off x="742950" y="3857624"/>
            <a:ext cx="320098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Outfit SemiBold" panose="020B0604020202020204" charset="0"/>
              </a:rPr>
              <a:t>Measure body temperature using the </a:t>
            </a:r>
            <a:r>
              <a:rPr lang="en-IN" b="1" dirty="0">
                <a:latin typeface="Outfit SemiBold" panose="020B0604020202020204" charset="0"/>
              </a:rPr>
              <a:t>MLX90614 infrared temperature sensor</a:t>
            </a:r>
            <a:r>
              <a:rPr lang="en-IN" dirty="0">
                <a:latin typeface="Outfit SemiBold" panose="020B060402020202020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Outfit SemiBold" panose="020B0604020202020204" charset="0"/>
              </a:rPr>
              <a:t>Perform non-contact temperature measurement in real time.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CF4266-0E31-32EB-CE49-8D68E62B2A99}"/>
              </a:ext>
            </a:extLst>
          </p:cNvPr>
          <p:cNvSpPr txBox="1"/>
          <p:nvPr/>
        </p:nvSpPr>
        <p:spPr>
          <a:xfrm>
            <a:off x="4554079" y="3786187"/>
            <a:ext cx="257260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Outfit SemiBold" panose="020B0604020202020204" charset="0"/>
              </a:rPr>
              <a:t>Interface MLX90614 and OLED with ESP32 using </a:t>
            </a:r>
            <a:r>
              <a:rPr lang="en-IN" b="1" dirty="0">
                <a:latin typeface="Outfit SemiBold" panose="020B0604020202020204" charset="0"/>
              </a:rPr>
              <a:t>I²C communication</a:t>
            </a:r>
            <a:r>
              <a:rPr lang="en-IN" dirty="0">
                <a:latin typeface="Outfit SemiBold" panose="020B060402020202020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Outfit SemiBold" panose="020B0604020202020204" charset="0"/>
              </a:rPr>
              <a:t>Integrate LEDs and buzzer through ESP32 GPIO pins.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6E6F5C-1B37-0C35-AC34-76348EFF3C8D}"/>
              </a:ext>
            </a:extLst>
          </p:cNvPr>
          <p:cNvSpPr txBox="1"/>
          <p:nvPr/>
        </p:nvSpPr>
        <p:spPr>
          <a:xfrm>
            <a:off x="8320359" y="3726041"/>
            <a:ext cx="25588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Outfit SemiBold" panose="020B0604020202020204" charset="0"/>
              </a:rPr>
              <a:t>Process temperature readings using ESP32.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Outfit SemiBold" panose="020B0604020202020204" charset="0"/>
              </a:rPr>
              <a:t>Compare measured temperature with a predefined fever threshold.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Outfit SemiBold" panose="020B0604020202020204" charset="0"/>
              </a:rPr>
              <a:t>Automatically activate appropriate LED and buzzer indications.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2EE9AD18-7D51-FDC4-583A-ED9AC5935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2" descr="image.png">
            <a:extLst>
              <a:ext uri="{FF2B5EF4-FFF2-40B4-BE49-F238E27FC236}">
                <a16:creationId xmlns:a16="http://schemas.microsoft.com/office/drawing/2014/main" id="{704266BA-1EC6-1E30-DEDA-EB088E3ADA2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>
            <a:extLst>
              <a:ext uri="{FF2B5EF4-FFF2-40B4-BE49-F238E27FC236}">
                <a16:creationId xmlns:a16="http://schemas.microsoft.com/office/drawing/2014/main" id="{12B45AC4-CFB7-3B57-E28A-98CA81867812}"/>
              </a:ext>
            </a:extLst>
          </p:cNvPr>
          <p:cNvSpPr txBox="1"/>
          <p:nvPr/>
        </p:nvSpPr>
        <p:spPr>
          <a:xfrm>
            <a:off x="857250" y="47625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Course Outcome</a:t>
            </a:r>
            <a:endParaRPr dirty="0"/>
          </a:p>
        </p:txBody>
      </p:sp>
      <p:sp>
        <p:nvSpPr>
          <p:cNvPr id="266" name="Google Shape;266;p22">
            <a:extLst>
              <a:ext uri="{FF2B5EF4-FFF2-40B4-BE49-F238E27FC236}">
                <a16:creationId xmlns:a16="http://schemas.microsoft.com/office/drawing/2014/main" id="{2EB06E10-FE92-A886-43A0-FF93EA8C7329}"/>
              </a:ext>
            </a:extLst>
          </p:cNvPr>
          <p:cNvSpPr/>
          <p:nvPr/>
        </p:nvSpPr>
        <p:spPr>
          <a:xfrm>
            <a:off x="666750" y="476250"/>
            <a:ext cx="76200" cy="5238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>
            <a:extLst>
              <a:ext uri="{FF2B5EF4-FFF2-40B4-BE49-F238E27FC236}">
                <a16:creationId xmlns:a16="http://schemas.microsoft.com/office/drawing/2014/main" id="{0F1A48A6-3643-DE03-E7B7-21BEDB360355}"/>
              </a:ext>
            </a:extLst>
          </p:cNvPr>
          <p:cNvSpPr txBox="1"/>
          <p:nvPr/>
        </p:nvSpPr>
        <p:spPr>
          <a:xfrm>
            <a:off x="4622750" y="4071937"/>
            <a:ext cx="29463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276" name="Google Shape;276;p22">
            <a:extLst>
              <a:ext uri="{FF2B5EF4-FFF2-40B4-BE49-F238E27FC236}">
                <a16:creationId xmlns:a16="http://schemas.microsoft.com/office/drawing/2014/main" id="{41B2E570-7CE7-6E87-8616-C06DD3873B2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79175" y="179200"/>
            <a:ext cx="1179475" cy="1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8D5FE7-C7B5-B1DA-54BF-2C4E69B4EA81}"/>
              </a:ext>
            </a:extLst>
          </p:cNvPr>
          <p:cNvSpPr txBox="1"/>
          <p:nvPr/>
        </p:nvSpPr>
        <p:spPr>
          <a:xfrm>
            <a:off x="666750" y="1191126"/>
            <a:ext cx="1007907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embedded systems using suitable hardware and software components for real-time applications.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this project: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Interfacing of sensors and output devices with ESP32 was      implemented.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I²C communication was used for sensor and display interfacing.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sensor data acquisition and processing were performed.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Decision-making logic was implemented for temperature classification.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and embedded software were integrated into a working prototype. </a:t>
            </a:r>
          </a:p>
        </p:txBody>
      </p:sp>
    </p:spTree>
    <p:extLst>
      <p:ext uri="{BB962C8B-B14F-4D97-AF65-F5344CB8AC3E}">
        <p14:creationId xmlns:p14="http://schemas.microsoft.com/office/powerpoint/2010/main" val="2399026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197536"/>
            <a:ext cx="3460700" cy="2976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5575" y="2171700"/>
            <a:ext cx="3460700" cy="3001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171699"/>
            <a:ext cx="3460700" cy="300187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857250" y="47625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SDG MAPPING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666750" y="476250"/>
            <a:ext cx="76200" cy="5238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666750" y="5257800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Aligned with UN Sustainable Development Goals for 2030.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923925" y="2430505"/>
            <a:ext cx="294635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E5243B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dirty="0"/>
          </a:p>
        </p:txBody>
      </p:sp>
      <p:sp>
        <p:nvSpPr>
          <p:cNvPr id="176" name="Google Shape;176;p17"/>
          <p:cNvSpPr txBox="1"/>
          <p:nvPr/>
        </p:nvSpPr>
        <p:spPr>
          <a:xfrm>
            <a:off x="850266" y="3476625"/>
            <a:ext cx="309366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dirty="0">
                <a:solidFill>
                  <a:srgbClr val="0F172A"/>
                </a:solidFill>
                <a:latin typeface="Outfit SemiBold"/>
                <a:sym typeface="Outfit SemiBold"/>
              </a:rPr>
              <a:t>GOOD HEALTH AND WELL-BEING</a:t>
            </a:r>
            <a:endParaRPr dirty="0"/>
          </a:p>
        </p:txBody>
      </p:sp>
      <p:sp>
        <p:nvSpPr>
          <p:cNvPr id="177" name="Google Shape;177;p17"/>
          <p:cNvSpPr txBox="1"/>
          <p:nvPr/>
        </p:nvSpPr>
        <p:spPr>
          <a:xfrm>
            <a:off x="923925" y="3705225"/>
            <a:ext cx="294635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IN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Supports basic health monitoring through quick and contactless temperature measurement.</a:t>
            </a:r>
            <a:endParaRPr sz="1200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4622749" y="2430505"/>
            <a:ext cx="294635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39200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4549091" y="3476625"/>
            <a:ext cx="309366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Innovation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4622750" y="3705225"/>
            <a:ext cx="29463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Fostering technological infrastructure in rural and agricultural sectors.</a:t>
            </a:r>
            <a:endParaRPr dirty="0"/>
          </a:p>
        </p:txBody>
      </p:sp>
      <p:sp>
        <p:nvSpPr>
          <p:cNvPr id="181" name="Google Shape;181;p17"/>
          <p:cNvSpPr txBox="1"/>
          <p:nvPr/>
        </p:nvSpPr>
        <p:spPr>
          <a:xfrm>
            <a:off x="8321575" y="2440694"/>
            <a:ext cx="294635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BF8B2E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dirty="0"/>
          </a:p>
        </p:txBody>
      </p:sp>
      <p:sp>
        <p:nvSpPr>
          <p:cNvPr id="182" name="Google Shape;182;p17"/>
          <p:cNvSpPr txBox="1"/>
          <p:nvPr/>
        </p:nvSpPr>
        <p:spPr>
          <a:xfrm>
            <a:off x="8247917" y="3476625"/>
            <a:ext cx="309366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REDUCED INEQUALITIES</a:t>
            </a:r>
            <a:endParaRPr dirty="0"/>
          </a:p>
        </p:txBody>
      </p:sp>
      <p:sp>
        <p:nvSpPr>
          <p:cNvPr id="183" name="Google Shape;183;p17"/>
          <p:cNvSpPr txBox="1"/>
          <p:nvPr/>
        </p:nvSpPr>
        <p:spPr>
          <a:xfrm>
            <a:off x="8321575" y="3705225"/>
            <a:ext cx="294635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IN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Low-cost embedded healthcare devices can contribute toward making basic monitoring technologies more accessible.</a:t>
            </a:r>
            <a:endParaRPr sz="1200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pic>
        <p:nvPicPr>
          <p:cNvPr id="184" name="Google Shape;18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879175" y="179200"/>
            <a:ext cx="1179475" cy="1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F8A8FF09-DC6F-DC26-47CE-892F042C6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2" descr="image.png">
            <a:extLst>
              <a:ext uri="{FF2B5EF4-FFF2-40B4-BE49-F238E27FC236}">
                <a16:creationId xmlns:a16="http://schemas.microsoft.com/office/drawing/2014/main" id="{887B6906-3091-9F33-9D45-9F78969651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>
            <a:extLst>
              <a:ext uri="{FF2B5EF4-FFF2-40B4-BE49-F238E27FC236}">
                <a16:creationId xmlns:a16="http://schemas.microsoft.com/office/drawing/2014/main" id="{103DE11C-9768-0AF8-D764-0709ECCD3FBF}"/>
              </a:ext>
            </a:extLst>
          </p:cNvPr>
          <p:cNvSpPr txBox="1"/>
          <p:nvPr/>
        </p:nvSpPr>
        <p:spPr>
          <a:xfrm>
            <a:off x="857250" y="476250"/>
            <a:ext cx="86677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Selection of Hardware Components</a:t>
            </a:r>
            <a:endParaRPr dirty="0"/>
          </a:p>
        </p:txBody>
      </p:sp>
      <p:sp>
        <p:nvSpPr>
          <p:cNvPr id="266" name="Google Shape;266;p22">
            <a:extLst>
              <a:ext uri="{FF2B5EF4-FFF2-40B4-BE49-F238E27FC236}">
                <a16:creationId xmlns:a16="http://schemas.microsoft.com/office/drawing/2014/main" id="{A8DD4518-EE50-F70B-341A-2E1565390B3E}"/>
              </a:ext>
            </a:extLst>
          </p:cNvPr>
          <p:cNvSpPr/>
          <p:nvPr/>
        </p:nvSpPr>
        <p:spPr>
          <a:xfrm>
            <a:off x="666750" y="476250"/>
            <a:ext cx="76200" cy="5238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>
            <a:extLst>
              <a:ext uri="{FF2B5EF4-FFF2-40B4-BE49-F238E27FC236}">
                <a16:creationId xmlns:a16="http://schemas.microsoft.com/office/drawing/2014/main" id="{AE1B28FC-A16D-58BB-8E4B-3B56CDE9CF8E}"/>
              </a:ext>
            </a:extLst>
          </p:cNvPr>
          <p:cNvSpPr txBox="1"/>
          <p:nvPr/>
        </p:nvSpPr>
        <p:spPr>
          <a:xfrm>
            <a:off x="4622750" y="4071937"/>
            <a:ext cx="29463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276" name="Google Shape;276;p22">
            <a:extLst>
              <a:ext uri="{FF2B5EF4-FFF2-40B4-BE49-F238E27FC236}">
                <a16:creationId xmlns:a16="http://schemas.microsoft.com/office/drawing/2014/main" id="{8D7C90A9-B490-10A1-0ACC-ABE4270F32A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79175" y="179200"/>
            <a:ext cx="1179475" cy="1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372985-F3D5-DF3E-0A91-341B02A02932}"/>
              </a:ext>
            </a:extLst>
          </p:cNvPr>
          <p:cNvSpPr txBox="1"/>
          <p:nvPr/>
        </p:nvSpPr>
        <p:spPr>
          <a:xfrm>
            <a:off x="666750" y="1395663"/>
            <a:ext cx="551748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Development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controller of the system.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sensor readings and controls all outputs.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I²C and GPIO interfaces.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MLX90614 IR Temperature Sensor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non-contact infrared temperature measurement.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object/body and ambient temperature.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Communicates through I²C.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0.96" OLED Display – SSD1306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body and ambient temperature.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NORMAL/FEVER status.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simple graphical user interface.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145F18-D3CB-98F8-1D60-474B0A12A1B9}"/>
              </a:ext>
            </a:extLst>
          </p:cNvPr>
          <p:cNvSpPr txBox="1"/>
          <p:nvPr/>
        </p:nvSpPr>
        <p:spPr>
          <a:xfrm>
            <a:off x="6095925" y="1557588"/>
            <a:ext cx="551748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 audible warning during high-temperature detection.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LED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FEVER / elevated temperature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condition.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LED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temperature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condition.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Breadboard, jumper wires, resistors and USB/power supply.</a:t>
            </a:r>
          </a:p>
        </p:txBody>
      </p:sp>
    </p:spTree>
    <p:extLst>
      <p:ext uri="{BB962C8B-B14F-4D97-AF65-F5344CB8AC3E}">
        <p14:creationId xmlns:p14="http://schemas.microsoft.com/office/powerpoint/2010/main" val="2850263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43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857250" y="47625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SYSTEM ARCHITECTURE</a:t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666750" y="476250"/>
            <a:ext cx="76200" cy="5238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6681073" y="2386012"/>
            <a:ext cx="48306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" name="Google Shape;239;p20"/>
          <p:cNvSpPr txBox="1"/>
          <p:nvPr/>
        </p:nvSpPr>
        <p:spPr>
          <a:xfrm>
            <a:off x="6962775" y="4086225"/>
            <a:ext cx="42672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40" name="Google Shape;240;p20"/>
          <p:cNvSpPr txBox="1"/>
          <p:nvPr/>
        </p:nvSpPr>
        <p:spPr>
          <a:xfrm>
            <a:off x="6962775" y="4543425"/>
            <a:ext cx="42672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245" name="Google Shape;24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79175" y="179200"/>
            <a:ext cx="1179475" cy="1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DDF838-6ECE-BE85-C616-10367969B8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49" y="1297174"/>
            <a:ext cx="10002875" cy="50845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A936B32E-A30A-F863-127E-017643A30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2" descr="image.png">
            <a:extLst>
              <a:ext uri="{FF2B5EF4-FFF2-40B4-BE49-F238E27FC236}">
                <a16:creationId xmlns:a16="http://schemas.microsoft.com/office/drawing/2014/main" id="{2483BBC2-C24A-F0A7-5BA3-A29953FC0A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 descr="image.png">
            <a:extLst>
              <a:ext uri="{FF2B5EF4-FFF2-40B4-BE49-F238E27FC236}">
                <a16:creationId xmlns:a16="http://schemas.microsoft.com/office/drawing/2014/main" id="{DC452A73-D55B-751F-6EAD-88C9871737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65575" y="2719387"/>
            <a:ext cx="3460700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2" descr="image.png">
            <a:extLst>
              <a:ext uri="{FF2B5EF4-FFF2-40B4-BE49-F238E27FC236}">
                <a16:creationId xmlns:a16="http://schemas.microsoft.com/office/drawing/2014/main" id="{987C91CB-0D8F-555D-0BA4-A904210F46C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2719387"/>
            <a:ext cx="3460700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>
            <a:extLst>
              <a:ext uri="{FF2B5EF4-FFF2-40B4-BE49-F238E27FC236}">
                <a16:creationId xmlns:a16="http://schemas.microsoft.com/office/drawing/2014/main" id="{5D6C2502-50D8-5AA5-6EB5-0351F02C4E48}"/>
              </a:ext>
            </a:extLst>
          </p:cNvPr>
          <p:cNvSpPr txBox="1"/>
          <p:nvPr/>
        </p:nvSpPr>
        <p:spPr>
          <a:xfrm>
            <a:off x="857250" y="47625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ALGORITHM</a:t>
            </a:r>
            <a:endParaRPr dirty="0"/>
          </a:p>
        </p:txBody>
      </p:sp>
      <p:sp>
        <p:nvSpPr>
          <p:cNvPr id="266" name="Google Shape;266;p22">
            <a:extLst>
              <a:ext uri="{FF2B5EF4-FFF2-40B4-BE49-F238E27FC236}">
                <a16:creationId xmlns:a16="http://schemas.microsoft.com/office/drawing/2014/main" id="{5ED1739B-BA20-0168-42F7-41976060AB43}"/>
              </a:ext>
            </a:extLst>
          </p:cNvPr>
          <p:cNvSpPr/>
          <p:nvPr/>
        </p:nvSpPr>
        <p:spPr>
          <a:xfrm>
            <a:off x="666750" y="476250"/>
            <a:ext cx="76200" cy="5238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>
            <a:extLst>
              <a:ext uri="{FF2B5EF4-FFF2-40B4-BE49-F238E27FC236}">
                <a16:creationId xmlns:a16="http://schemas.microsoft.com/office/drawing/2014/main" id="{25E1775D-386D-69FC-25DD-A6DCF23CA9B4}"/>
              </a:ext>
            </a:extLst>
          </p:cNvPr>
          <p:cNvSpPr txBox="1"/>
          <p:nvPr/>
        </p:nvSpPr>
        <p:spPr>
          <a:xfrm>
            <a:off x="4622750" y="4071937"/>
            <a:ext cx="29463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276" name="Google Shape;276;p22">
            <a:extLst>
              <a:ext uri="{FF2B5EF4-FFF2-40B4-BE49-F238E27FC236}">
                <a16:creationId xmlns:a16="http://schemas.microsoft.com/office/drawing/2014/main" id="{E8B97CEF-3B2A-5F02-359C-77B8C4A018F0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79175" y="179200"/>
            <a:ext cx="1179475" cy="1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B53C48-80F0-DD84-3F67-7A1592BD93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1500" y="235618"/>
            <a:ext cx="4572000" cy="662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811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7F74F62B-2C0C-F0AA-13E7-21FD5BC27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2" descr="image.png">
            <a:extLst>
              <a:ext uri="{FF2B5EF4-FFF2-40B4-BE49-F238E27FC236}">
                <a16:creationId xmlns:a16="http://schemas.microsoft.com/office/drawing/2014/main" id="{B2B2C2E4-1604-5F8E-A4E9-B14815793B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>
            <a:extLst>
              <a:ext uri="{FF2B5EF4-FFF2-40B4-BE49-F238E27FC236}">
                <a16:creationId xmlns:a16="http://schemas.microsoft.com/office/drawing/2014/main" id="{726C56FB-3827-37A8-09B3-2528BE6D2750}"/>
              </a:ext>
            </a:extLst>
          </p:cNvPr>
          <p:cNvSpPr txBox="1"/>
          <p:nvPr/>
        </p:nvSpPr>
        <p:spPr>
          <a:xfrm>
            <a:off x="857250" y="47625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PROGRAM</a:t>
            </a:r>
            <a:endParaRPr dirty="0"/>
          </a:p>
        </p:txBody>
      </p:sp>
      <p:sp>
        <p:nvSpPr>
          <p:cNvPr id="266" name="Google Shape;266;p22">
            <a:extLst>
              <a:ext uri="{FF2B5EF4-FFF2-40B4-BE49-F238E27FC236}">
                <a16:creationId xmlns:a16="http://schemas.microsoft.com/office/drawing/2014/main" id="{4E633CBF-EADF-53D1-7E81-3B9DBFC1A861}"/>
              </a:ext>
            </a:extLst>
          </p:cNvPr>
          <p:cNvSpPr/>
          <p:nvPr/>
        </p:nvSpPr>
        <p:spPr>
          <a:xfrm>
            <a:off x="666750" y="476250"/>
            <a:ext cx="76200" cy="5238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>
            <a:extLst>
              <a:ext uri="{FF2B5EF4-FFF2-40B4-BE49-F238E27FC236}">
                <a16:creationId xmlns:a16="http://schemas.microsoft.com/office/drawing/2014/main" id="{72758189-D18F-4BD4-D486-9836688B9188}"/>
              </a:ext>
            </a:extLst>
          </p:cNvPr>
          <p:cNvSpPr txBox="1"/>
          <p:nvPr/>
        </p:nvSpPr>
        <p:spPr>
          <a:xfrm>
            <a:off x="4622750" y="4071937"/>
            <a:ext cx="29463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276" name="Google Shape;276;p22">
            <a:extLst>
              <a:ext uri="{FF2B5EF4-FFF2-40B4-BE49-F238E27FC236}">
                <a16:creationId xmlns:a16="http://schemas.microsoft.com/office/drawing/2014/main" id="{628A63EC-1AFF-6072-AEBC-FDD78F8C006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79175" y="179200"/>
            <a:ext cx="1179475" cy="1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A31CC5-12E6-A42C-C6BB-EC3CF86773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9001" y="476250"/>
            <a:ext cx="4986824" cy="59309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131779-DCD9-6781-006B-0FAAFF36A934}"/>
              </a:ext>
            </a:extLst>
          </p:cNvPr>
          <p:cNvSpPr txBox="1"/>
          <p:nvPr/>
        </p:nvSpPr>
        <p:spPr>
          <a:xfrm>
            <a:off x="472857" y="1503051"/>
            <a:ext cx="515279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important logic behind the entire system: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Platform: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Arduino IDE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Embedded C/C++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Protocol: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I²C</a:t>
            </a:r>
          </a:p>
        </p:txBody>
      </p:sp>
    </p:spTree>
    <p:extLst>
      <p:ext uri="{BB962C8B-B14F-4D97-AF65-F5344CB8AC3E}">
        <p14:creationId xmlns:p14="http://schemas.microsoft.com/office/powerpoint/2010/main" val="527435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0755ECF8-DC1F-7E0C-0409-DA1E37C11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2" descr="image.png">
            <a:extLst>
              <a:ext uri="{FF2B5EF4-FFF2-40B4-BE49-F238E27FC236}">
                <a16:creationId xmlns:a16="http://schemas.microsoft.com/office/drawing/2014/main" id="{4F503B9E-B242-B488-4964-CDC3EFB5777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 descr="image.png">
            <a:extLst>
              <a:ext uri="{FF2B5EF4-FFF2-40B4-BE49-F238E27FC236}">
                <a16:creationId xmlns:a16="http://schemas.microsoft.com/office/drawing/2014/main" id="{8CCCA673-66CD-CF8B-43CD-6C3D93E25CD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0013" y="1297175"/>
            <a:ext cx="5624376" cy="5084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>
            <a:extLst>
              <a:ext uri="{FF2B5EF4-FFF2-40B4-BE49-F238E27FC236}">
                <a16:creationId xmlns:a16="http://schemas.microsoft.com/office/drawing/2014/main" id="{AB3FB687-E73A-5A19-5944-E081F0DF8816}"/>
              </a:ext>
            </a:extLst>
          </p:cNvPr>
          <p:cNvSpPr txBox="1"/>
          <p:nvPr/>
        </p:nvSpPr>
        <p:spPr>
          <a:xfrm>
            <a:off x="857250" y="47625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RESULT</a:t>
            </a:r>
            <a:endParaRPr dirty="0"/>
          </a:p>
        </p:txBody>
      </p:sp>
      <p:sp>
        <p:nvSpPr>
          <p:cNvPr id="266" name="Google Shape;266;p22">
            <a:extLst>
              <a:ext uri="{FF2B5EF4-FFF2-40B4-BE49-F238E27FC236}">
                <a16:creationId xmlns:a16="http://schemas.microsoft.com/office/drawing/2014/main" id="{0AD0D744-964C-FA7E-6D16-6DF7A3F9FA5F}"/>
              </a:ext>
            </a:extLst>
          </p:cNvPr>
          <p:cNvSpPr/>
          <p:nvPr/>
        </p:nvSpPr>
        <p:spPr>
          <a:xfrm>
            <a:off x="666750" y="476250"/>
            <a:ext cx="76200" cy="5238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>
            <a:extLst>
              <a:ext uri="{FF2B5EF4-FFF2-40B4-BE49-F238E27FC236}">
                <a16:creationId xmlns:a16="http://schemas.microsoft.com/office/drawing/2014/main" id="{0C8B1F0D-CB06-4C18-F321-D0AB842B59C6}"/>
              </a:ext>
            </a:extLst>
          </p:cNvPr>
          <p:cNvSpPr txBox="1"/>
          <p:nvPr/>
        </p:nvSpPr>
        <p:spPr>
          <a:xfrm>
            <a:off x="4622750" y="4071937"/>
            <a:ext cx="29463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276" name="Google Shape;276;p22">
            <a:extLst>
              <a:ext uri="{FF2B5EF4-FFF2-40B4-BE49-F238E27FC236}">
                <a16:creationId xmlns:a16="http://schemas.microsoft.com/office/drawing/2014/main" id="{56EF1D00-A5AB-1BC5-015E-B87DB7F2526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79175" y="179200"/>
            <a:ext cx="1179475" cy="1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63;p22" descr="image.png">
            <a:extLst>
              <a:ext uri="{FF2B5EF4-FFF2-40B4-BE49-F238E27FC236}">
                <a16:creationId xmlns:a16="http://schemas.microsoft.com/office/drawing/2014/main" id="{ACE4155F-09D6-C0BB-6D55-13237F2B91D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44389" y="1297175"/>
            <a:ext cx="5624376" cy="50845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0019B5-E868-4569-7FDC-319F44479746}"/>
              </a:ext>
            </a:extLst>
          </p:cNvPr>
          <p:cNvSpPr txBox="1"/>
          <p:nvPr/>
        </p:nvSpPr>
        <p:spPr>
          <a:xfrm>
            <a:off x="857250" y="1476375"/>
            <a:ext cx="506390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CONDITION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measured body temperature is below the threshold: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OLED displays real-time body and room temperature.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displayed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LED turns 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LED remains OFF.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remains OFF.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Happy-face indication appears on OLED.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0E2249-0AFD-CDB7-1F03-005BD1583A1C}"/>
              </a:ext>
            </a:extLst>
          </p:cNvPr>
          <p:cNvSpPr txBox="1"/>
          <p:nvPr/>
        </p:nvSpPr>
        <p:spPr>
          <a:xfrm>
            <a:off x="6438628" y="1495395"/>
            <a:ext cx="552507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ELEVATED TEMPERATURE CONDITION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temperature exceeds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37.5°C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changes 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FEVER!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LED turns 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LED turns OFF.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provides an audible alert.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Sad-face warning indication appears on OLED.</a:t>
            </a:r>
          </a:p>
        </p:txBody>
      </p:sp>
    </p:spTree>
    <p:extLst>
      <p:ext uri="{BB962C8B-B14F-4D97-AF65-F5344CB8AC3E}">
        <p14:creationId xmlns:p14="http://schemas.microsoft.com/office/powerpoint/2010/main" val="3816277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82F3CD98-54A6-90B2-4857-6D2A56E82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2" descr="image.png">
            <a:extLst>
              <a:ext uri="{FF2B5EF4-FFF2-40B4-BE49-F238E27FC236}">
                <a16:creationId xmlns:a16="http://schemas.microsoft.com/office/drawing/2014/main" id="{7E98B611-B3BF-988A-41E4-049BD07591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>
            <a:extLst>
              <a:ext uri="{FF2B5EF4-FFF2-40B4-BE49-F238E27FC236}">
                <a16:creationId xmlns:a16="http://schemas.microsoft.com/office/drawing/2014/main" id="{99006E65-5D7B-D87F-57CA-212DCFB8CF7C}"/>
              </a:ext>
            </a:extLst>
          </p:cNvPr>
          <p:cNvSpPr txBox="1"/>
          <p:nvPr/>
        </p:nvSpPr>
        <p:spPr>
          <a:xfrm>
            <a:off x="857250" y="47625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RESULT</a:t>
            </a:r>
            <a:endParaRPr dirty="0"/>
          </a:p>
        </p:txBody>
      </p:sp>
      <p:sp>
        <p:nvSpPr>
          <p:cNvPr id="266" name="Google Shape;266;p22">
            <a:extLst>
              <a:ext uri="{FF2B5EF4-FFF2-40B4-BE49-F238E27FC236}">
                <a16:creationId xmlns:a16="http://schemas.microsoft.com/office/drawing/2014/main" id="{21ED7216-551D-7465-6A77-E5622BFE38FC}"/>
              </a:ext>
            </a:extLst>
          </p:cNvPr>
          <p:cNvSpPr/>
          <p:nvPr/>
        </p:nvSpPr>
        <p:spPr>
          <a:xfrm>
            <a:off x="666750" y="476250"/>
            <a:ext cx="76200" cy="5238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>
            <a:extLst>
              <a:ext uri="{FF2B5EF4-FFF2-40B4-BE49-F238E27FC236}">
                <a16:creationId xmlns:a16="http://schemas.microsoft.com/office/drawing/2014/main" id="{65A22589-F9C3-408A-7A1A-81957863E242}"/>
              </a:ext>
            </a:extLst>
          </p:cNvPr>
          <p:cNvSpPr txBox="1"/>
          <p:nvPr/>
        </p:nvSpPr>
        <p:spPr>
          <a:xfrm>
            <a:off x="4622750" y="4071937"/>
            <a:ext cx="29463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276" name="Google Shape;276;p22">
            <a:extLst>
              <a:ext uri="{FF2B5EF4-FFF2-40B4-BE49-F238E27FC236}">
                <a16:creationId xmlns:a16="http://schemas.microsoft.com/office/drawing/2014/main" id="{22E97FE8-1BAE-6242-E8A7-493FFD7E13C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79175" y="179200"/>
            <a:ext cx="1179475" cy="1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E2DD78-9241-1DF3-3902-1F0B3D11A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232" y="1362700"/>
            <a:ext cx="5546142" cy="48762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E589F3-AAC4-971C-767E-8B01410F1C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3425" y="1362700"/>
            <a:ext cx="5734984" cy="487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227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B3B3C676-390E-478D-4A9A-AEEF7764B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2" descr="image.png">
            <a:extLst>
              <a:ext uri="{FF2B5EF4-FFF2-40B4-BE49-F238E27FC236}">
                <a16:creationId xmlns:a16="http://schemas.microsoft.com/office/drawing/2014/main" id="{D6192984-C452-09A7-0236-F3DA931308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>
            <a:extLst>
              <a:ext uri="{FF2B5EF4-FFF2-40B4-BE49-F238E27FC236}">
                <a16:creationId xmlns:a16="http://schemas.microsoft.com/office/drawing/2014/main" id="{19B80BF9-DAC2-A98E-C71B-F64D028C1FD3}"/>
              </a:ext>
            </a:extLst>
          </p:cNvPr>
          <p:cNvSpPr txBox="1"/>
          <p:nvPr/>
        </p:nvSpPr>
        <p:spPr>
          <a:xfrm>
            <a:off x="857250" y="47625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Design Metrics Considered</a:t>
            </a:r>
            <a:endParaRPr lang="en-US" dirty="0"/>
          </a:p>
        </p:txBody>
      </p:sp>
      <p:sp>
        <p:nvSpPr>
          <p:cNvPr id="266" name="Google Shape;266;p22">
            <a:extLst>
              <a:ext uri="{FF2B5EF4-FFF2-40B4-BE49-F238E27FC236}">
                <a16:creationId xmlns:a16="http://schemas.microsoft.com/office/drawing/2014/main" id="{AF3BFE40-A442-3F5D-A2D0-5D527E10F6CB}"/>
              </a:ext>
            </a:extLst>
          </p:cNvPr>
          <p:cNvSpPr/>
          <p:nvPr/>
        </p:nvSpPr>
        <p:spPr>
          <a:xfrm>
            <a:off x="666750" y="476250"/>
            <a:ext cx="76200" cy="5238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>
            <a:extLst>
              <a:ext uri="{FF2B5EF4-FFF2-40B4-BE49-F238E27FC236}">
                <a16:creationId xmlns:a16="http://schemas.microsoft.com/office/drawing/2014/main" id="{EEAF234F-D624-B94C-93CC-5929735ADD98}"/>
              </a:ext>
            </a:extLst>
          </p:cNvPr>
          <p:cNvSpPr txBox="1"/>
          <p:nvPr/>
        </p:nvSpPr>
        <p:spPr>
          <a:xfrm>
            <a:off x="4622750" y="4071937"/>
            <a:ext cx="29463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276" name="Google Shape;276;p22">
            <a:extLst>
              <a:ext uri="{FF2B5EF4-FFF2-40B4-BE49-F238E27FC236}">
                <a16:creationId xmlns:a16="http://schemas.microsoft.com/office/drawing/2014/main" id="{36B94526-FFAE-B001-7B74-D77A2512498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79175" y="179200"/>
            <a:ext cx="1179475" cy="1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D61CC0-50B2-D362-CE79-F4C60DDF7391}"/>
              </a:ext>
            </a:extLst>
          </p:cNvPr>
          <p:cNvSpPr txBox="1"/>
          <p:nvPr/>
        </p:nvSpPr>
        <p:spPr>
          <a:xfrm>
            <a:off x="666750" y="1363579"/>
            <a:ext cx="1067902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response: Continuously updates temperature readings.</a:t>
            </a:r>
          </a:p>
          <a:p>
            <a:pPr marL="342900" indent="-34290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Non-Contact sensing: MLX()^!$ infrared sensing.</a:t>
            </a:r>
          </a:p>
          <a:p>
            <a:pPr marL="342900" indent="-34290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Interface: OLED temperature and status display.</a:t>
            </a:r>
          </a:p>
          <a:p>
            <a:pPr marL="342900" indent="-34290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Mechanism: LED and buzzer indication.</a:t>
            </a:r>
          </a:p>
          <a:p>
            <a:pPr marL="342900" indent="-34290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 ESP32- based real-time decision making.</a:t>
            </a:r>
          </a:p>
          <a:p>
            <a:pPr marL="342900" indent="-34290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Communication: I2C sensor/ display interface.</a:t>
            </a:r>
          </a:p>
          <a:p>
            <a:pPr marL="342900" indent="-34290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Portability: Compact embedded hardware.</a:t>
            </a:r>
          </a:p>
          <a:p>
            <a:pPr marL="342900" indent="-34290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Cost: Uses commonly available components.</a:t>
            </a:r>
          </a:p>
          <a:p>
            <a:pPr marL="342900" indent="-34290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Power: Low-power electronic components.</a:t>
            </a:r>
          </a:p>
          <a:p>
            <a:pPr marL="342900" indent="-34290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Modularity: Individual components can be upgraded.</a:t>
            </a:r>
          </a:p>
        </p:txBody>
      </p:sp>
    </p:spTree>
    <p:extLst>
      <p:ext uri="{BB962C8B-B14F-4D97-AF65-F5344CB8AC3E}">
        <p14:creationId xmlns:p14="http://schemas.microsoft.com/office/powerpoint/2010/main" val="1747056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 txBox="1"/>
          <p:nvPr/>
        </p:nvSpPr>
        <p:spPr>
          <a:xfrm>
            <a:off x="857250" y="47625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CONCLUSION</a:t>
            </a:r>
            <a:endParaRPr dirty="0"/>
          </a:p>
        </p:txBody>
      </p:sp>
      <p:sp>
        <p:nvSpPr>
          <p:cNvPr id="266" name="Google Shape;266;p22"/>
          <p:cNvSpPr/>
          <p:nvPr/>
        </p:nvSpPr>
        <p:spPr>
          <a:xfrm>
            <a:off x="666750" y="476250"/>
            <a:ext cx="76200" cy="5238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4622750" y="4071937"/>
            <a:ext cx="29463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276" name="Google Shape;27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79175" y="179200"/>
            <a:ext cx="1179475" cy="1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C29A3B-1717-92B8-AE72-2AD6EAD6A4AF}"/>
              </a:ext>
            </a:extLst>
          </p:cNvPr>
          <p:cNvSpPr txBox="1"/>
          <p:nvPr/>
        </p:nvSpPr>
        <p:spPr>
          <a:xfrm>
            <a:off x="545432" y="1297176"/>
            <a:ext cx="1057575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contactless body temperature monitoring prototype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MLX90614 enables non-contact temperature sensing.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performs continuous data acquisition and threshold-based decision making.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OLED provides real-time temperature and system status. LEDs provide immediate visual indication of normal and elevated temperature conditions.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provides an audible warning during elevated temperature detection.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successful integration of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sensing, processing, display and alert mechanisms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 embedded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3"/>
          <p:cNvSpPr txBox="1"/>
          <p:nvPr/>
        </p:nvSpPr>
        <p:spPr>
          <a:xfrm>
            <a:off x="857250" y="476250"/>
            <a:ext cx="96599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FUTURE SCOPE</a:t>
            </a:r>
            <a:endParaRPr dirty="0"/>
          </a:p>
        </p:txBody>
      </p:sp>
      <p:sp>
        <p:nvSpPr>
          <p:cNvPr id="283" name="Google Shape;283;p23"/>
          <p:cNvSpPr/>
          <p:nvPr/>
        </p:nvSpPr>
        <p:spPr>
          <a:xfrm>
            <a:off x="666750" y="476250"/>
            <a:ext cx="76200" cy="5238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 txBox="1"/>
          <p:nvPr/>
        </p:nvSpPr>
        <p:spPr>
          <a:xfrm>
            <a:off x="497305" y="1219200"/>
            <a:ext cx="11027945" cy="5416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Wi-Fi/IoT connectivity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remote temperature monitoring.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temperature history on a cloud platform or database.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for live monitoring.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patient identification and multiple-user data storage.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notifications for abnormal temperature readings.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enclosure and sensor positioning for a more practical device.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calibration and validation against appropriate reference instruments.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prototype into a multi-parameter health monitoring system.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8" name="Google Shape;288;p23"/>
          <p:cNvSpPr txBox="1"/>
          <p:nvPr/>
        </p:nvSpPr>
        <p:spPr>
          <a:xfrm>
            <a:off x="809625" y="3857625"/>
            <a:ext cx="1071562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292" name="Google Shape;29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79175" y="179200"/>
            <a:ext cx="1179475" cy="1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4"/>
          <p:cNvSpPr txBox="1"/>
          <p:nvPr/>
        </p:nvSpPr>
        <p:spPr>
          <a:xfrm>
            <a:off x="395287" y="1704975"/>
            <a:ext cx="11401425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00808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THANK YOU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666750" y="3133725"/>
            <a:ext cx="10858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Questions? We'd love to discuss our project further.</a:t>
            </a:r>
            <a:endParaRPr/>
          </a:p>
        </p:txBody>
      </p:sp>
      <p:pic>
        <p:nvPicPr>
          <p:cNvPr id="300" name="Google Shape;30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28838" y="4295775"/>
            <a:ext cx="809773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4"/>
          <p:cNvSpPr/>
          <p:nvPr/>
        </p:nvSpPr>
        <p:spPr>
          <a:xfrm>
            <a:off x="4614862" y="4200525"/>
            <a:ext cx="19050" cy="9525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 txBox="1"/>
          <p:nvPr/>
        </p:nvSpPr>
        <p:spPr>
          <a:xfrm>
            <a:off x="5355968" y="4200525"/>
            <a:ext cx="37528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8080"/>
                </a:solidFill>
                <a:latin typeface="Urbanist"/>
                <a:ea typeface="Urbanist"/>
                <a:cs typeface="Urbanist"/>
                <a:sym typeface="Urbanist"/>
              </a:rPr>
              <a:t>Shah &amp; Anchor Kutchhi Engineering College</a:t>
            </a:r>
            <a:endParaRPr dirty="0"/>
          </a:p>
        </p:txBody>
      </p:sp>
      <p:sp>
        <p:nvSpPr>
          <p:cNvPr id="303" name="Google Shape;303;p24"/>
          <p:cNvSpPr txBox="1"/>
          <p:nvPr/>
        </p:nvSpPr>
        <p:spPr>
          <a:xfrm>
            <a:off x="5355967" y="5153025"/>
            <a:ext cx="450649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Electronics Engineering </a:t>
            </a:r>
            <a:r>
              <a:rPr lang="en-US" sz="1200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(VLSI Design and Technology 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Department)</a:t>
            </a:r>
            <a:endParaRPr dirty="0"/>
          </a:p>
        </p:txBody>
      </p:sp>
      <p:sp>
        <p:nvSpPr>
          <p:cNvPr id="304" name="Google Shape;304;p24"/>
          <p:cNvSpPr txBox="1"/>
          <p:nvPr/>
        </p:nvSpPr>
        <p:spPr>
          <a:xfrm>
            <a:off x="5355968" y="4857750"/>
            <a:ext cx="37528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Mumbai, India</a:t>
            </a:r>
            <a:endParaRPr dirty="0"/>
          </a:p>
        </p:txBody>
      </p:sp>
      <p:pic>
        <p:nvPicPr>
          <p:cNvPr id="305" name="Google Shape;30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79175" y="179200"/>
            <a:ext cx="1179475" cy="1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B74B5B4E8353459530270F90732437" ma:contentTypeVersion="13" ma:contentTypeDescription="Create a new document." ma:contentTypeScope="" ma:versionID="e44b78d7c06316e7e690b16f33fc3f05">
  <xsd:schema xmlns:xsd="http://www.w3.org/2001/XMLSchema" xmlns:xs="http://www.w3.org/2001/XMLSchema" xmlns:p="http://schemas.microsoft.com/office/2006/metadata/properties" xmlns:ns2="0ded2feb-0464-4847-b4b6-10a822ea5e30" xmlns:ns3="5597ab35-c268-490b-8bd3-51cf3fad2fce" targetNamespace="http://schemas.microsoft.com/office/2006/metadata/properties" ma:root="true" ma:fieldsID="0225a126106ab04bd5a94031af0e9a45" ns2:_="" ns3:_="">
    <xsd:import namespace="0ded2feb-0464-4847-b4b6-10a822ea5e30"/>
    <xsd:import namespace="5597ab35-c268-490b-8bd3-51cf3fad2fce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ed2feb-0464-4847-b4b6-10a822ea5e3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e69592b-492b-4a9a-8d6d-eb7c5dc7e31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97ab35-c268-490b-8bd3-51cf3fad2fce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c7d63fbd-b846-4c09-a63b-4f97ce67f618}" ma:internalName="TaxCatchAll" ma:showField="CatchAllData" ma:web="5597ab35-c268-490b-8bd3-51cf3fad2f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97ab35-c268-490b-8bd3-51cf3fad2fce" xsi:nil="true"/>
    <lcf76f155ced4ddcb4097134ff3c332f xmlns="0ded2feb-0464-4847-b4b6-10a822ea5e30">
      <Terms xmlns="http://schemas.microsoft.com/office/infopath/2007/PartnerControls"/>
    </lcf76f155ced4ddcb4097134ff3c332f>
    <ReferenceId xmlns="0ded2feb-0464-4847-b4b6-10a822ea5e30" xsi:nil="true"/>
  </documentManagement>
</p:properties>
</file>

<file path=customXml/itemProps1.xml><?xml version="1.0" encoding="utf-8"?>
<ds:datastoreItem xmlns:ds="http://schemas.openxmlformats.org/officeDocument/2006/customXml" ds:itemID="{CFA37299-BE9A-4355-AE19-C7122FBF7D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2C7D06-9488-43DB-8E8C-A46D0FA4D55D}"/>
</file>

<file path=customXml/itemProps3.xml><?xml version="1.0" encoding="utf-8"?>
<ds:datastoreItem xmlns:ds="http://schemas.openxmlformats.org/officeDocument/2006/customXml" ds:itemID="{16AF0817-5AEB-45C2-A11D-8F8861C44ED8}">
  <ds:schemaRefs>
    <ds:schemaRef ds:uri="http://schemas.microsoft.com/office/2006/metadata/properties"/>
    <ds:schemaRef ds:uri="http://schemas.microsoft.com/office/infopath/2007/PartnerControls"/>
    <ds:schemaRef ds:uri="5597ab35-c268-490b-8bd3-51cf3fad2fce"/>
    <ds:schemaRef ds:uri="4b164316-e48d-4e29-8c2f-5fb50c420b8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878</Words>
  <Application>Microsoft Office PowerPoint</Application>
  <PresentationFormat>Widescreen</PresentationFormat>
  <Paragraphs>149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Urbanist</vt:lpstr>
      <vt:lpstr>Urbanist SemiBold</vt:lpstr>
      <vt:lpstr>Times New Roman</vt:lpstr>
      <vt:lpstr>Outfit</vt:lpstr>
      <vt:lpstr>Outfit SemiBold</vt:lpstr>
      <vt:lpstr>Arial</vt:lpstr>
      <vt:lpstr>Verdana</vt:lpstr>
      <vt:lpstr>Calibri</vt:lpstr>
      <vt:lpstr>Bodoni MT</vt:lpstr>
      <vt:lpstr>Office Theme</vt:lpstr>
      <vt:lpstr>  Mahavir Education Trust’s Shah &amp; Anchor Kutchhi Engineering College Chembur, Mumbai-400088 (An Autonomous Institute Affiliated to University of Mumbai)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Mahavir Education Trust’s Shah &amp; Anchor Kutchhi Engineering College Chembur, Mumbai-400088 (An Autonomous Institute Affiliated to University of Mumbai)</dc:title>
  <dc:creator>Bhumi</dc:creator>
  <cp:lastModifiedBy>LADE BHUMI MANGESH</cp:lastModifiedBy>
  <cp:revision>3</cp:revision>
  <dcterms:modified xsi:type="dcterms:W3CDTF">2026-07-24T19:41:06Z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0x01010056B74B5B4E8353459530270F90732437</vt:lpwstr>
  </property>
  <property fmtid="{D5CDD505-2E9C-101B-9397-08002B2CF9AE}" pid="3" name="MediaServiceImageTags">
    <vt:lpwstr/>
  </property>
</Properties>
</file>